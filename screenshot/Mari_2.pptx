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71" r:id="rId3"/>
    <p:sldId id="272" r:id="rId4"/>
    <p:sldId id="268" r:id="rId5"/>
    <p:sldId id="288" r:id="rId6"/>
    <p:sldId id="287" r:id="rId7"/>
    <p:sldId id="317" r:id="rId8"/>
    <p:sldId id="321" r:id="rId9"/>
    <p:sldId id="322" r:id="rId10"/>
    <p:sldId id="293" r:id="rId11"/>
    <p:sldId id="305" r:id="rId12"/>
    <p:sldId id="306" r:id="rId13"/>
    <p:sldId id="307" r:id="rId14"/>
    <p:sldId id="339" r:id="rId15"/>
    <p:sldId id="303" r:id="rId16"/>
    <p:sldId id="326" r:id="rId17"/>
    <p:sldId id="325" r:id="rId18"/>
    <p:sldId id="328" r:id="rId19"/>
    <p:sldId id="344" r:id="rId20"/>
    <p:sldId id="341" r:id="rId21"/>
    <p:sldId id="330" r:id="rId22"/>
    <p:sldId id="342" r:id="rId23"/>
    <p:sldId id="343" r:id="rId24"/>
    <p:sldId id="340" r:id="rId25"/>
    <p:sldId id="345" r:id="rId26"/>
    <p:sldId id="333" r:id="rId27"/>
    <p:sldId id="349" r:id="rId28"/>
    <p:sldId id="346" r:id="rId29"/>
    <p:sldId id="347" r:id="rId30"/>
    <p:sldId id="338" r:id="rId31"/>
    <p:sldId id="348" r:id="rId32"/>
    <p:sldId id="334" r:id="rId33"/>
    <p:sldId id="350" r:id="rId34"/>
    <p:sldId id="335" r:id="rId35"/>
    <p:sldId id="337" r:id="rId36"/>
    <p:sldId id="32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67855-D1B1-4928-9BBB-575FB8A62FDE}" v="5" dt="2026-02-25T09:59:04.12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0588" autoAdjust="0"/>
  </p:normalViewPr>
  <p:slideViewPr>
    <p:cSldViewPr snapToGrid="0">
      <p:cViewPr>
        <p:scale>
          <a:sx n="69" d="100"/>
          <a:sy n="69" d="100"/>
        </p:scale>
        <p:origin x="1224" y="18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ppan V" userId="6b0134d8eae7f507" providerId="LiveId" clId="{DC620BC3-9B38-4629-837B-0AFF84191F17}"/>
    <pc:docChg chg="undo custSel addSld delSld modSld sldOrd">
      <pc:chgData name="Mariappan V" userId="6b0134d8eae7f507" providerId="LiveId" clId="{DC620BC3-9B38-4629-837B-0AFF84191F17}" dt="2026-02-26T01:26:29.948" v="847" actId="47"/>
      <pc:docMkLst>
        <pc:docMk/>
      </pc:docMkLst>
      <pc:sldChg chg="modSp mod">
        <pc:chgData name="Mariappan V" userId="6b0134d8eae7f507" providerId="LiveId" clId="{DC620BC3-9B38-4629-837B-0AFF84191F17}" dt="2026-02-25T10:17:17.256" v="816" actId="20577"/>
        <pc:sldMkLst>
          <pc:docMk/>
          <pc:sldMk cId="104802853" sldId="256"/>
        </pc:sldMkLst>
        <pc:spChg chg="mod">
          <ac:chgData name="Mariappan V" userId="6b0134d8eae7f507" providerId="LiveId" clId="{DC620BC3-9B38-4629-837B-0AFF84191F17}" dt="2026-02-25T10:17:17.256" v="816" actId="20577"/>
          <ac:spMkLst>
            <pc:docMk/>
            <pc:sldMk cId="104802853" sldId="256"/>
            <ac:spMk id="11" creationId="{00000000-0000-0000-0000-000000000000}"/>
          </ac:spMkLst>
        </pc:spChg>
        <pc:spChg chg="mod">
          <ac:chgData name="Mariappan V" userId="6b0134d8eae7f507" providerId="LiveId" clId="{DC620BC3-9B38-4629-837B-0AFF84191F17}" dt="2026-02-18T14:53:04.639" v="25" actId="20577"/>
          <ac:spMkLst>
            <pc:docMk/>
            <pc:sldMk cId="104802853" sldId="256"/>
            <ac:spMk id="15" creationId="{00000000-0000-0000-0000-000000000000}"/>
          </ac:spMkLst>
        </pc:spChg>
      </pc:sldChg>
      <pc:sldChg chg="addSp delSp modSp mod">
        <pc:chgData name="Mariappan V" userId="6b0134d8eae7f507" providerId="LiveId" clId="{DC620BC3-9B38-4629-837B-0AFF84191F17}" dt="2026-02-25T10:16:23.085" v="805" actId="478"/>
        <pc:sldMkLst>
          <pc:docMk/>
          <pc:sldMk cId="673646362" sldId="293"/>
        </pc:sldMkLst>
        <pc:picChg chg="del">
          <ac:chgData name="Mariappan V" userId="6b0134d8eae7f507" providerId="LiveId" clId="{DC620BC3-9B38-4629-837B-0AFF84191F17}" dt="2026-02-25T10:15:10.688" v="791" actId="478"/>
          <ac:picMkLst>
            <pc:docMk/>
            <pc:sldMk cId="673646362" sldId="293"/>
            <ac:picMk id="3" creationId="{B8CAE28B-812A-5B85-D03B-43D39B4B6D36}"/>
          </ac:picMkLst>
        </pc:picChg>
        <pc:picChg chg="add del mod">
          <ac:chgData name="Mariappan V" userId="6b0134d8eae7f507" providerId="LiveId" clId="{DC620BC3-9B38-4629-837B-0AFF84191F17}" dt="2026-02-25T10:16:23.085" v="805" actId="478"/>
          <ac:picMkLst>
            <pc:docMk/>
            <pc:sldMk cId="673646362" sldId="293"/>
            <ac:picMk id="5" creationId="{FA627FDC-D7FF-E19A-9F9E-C0E47E48C5DC}"/>
          </ac:picMkLst>
        </pc:picChg>
        <pc:picChg chg="add del mod">
          <ac:chgData name="Mariappan V" userId="6b0134d8eae7f507" providerId="LiveId" clId="{DC620BC3-9B38-4629-837B-0AFF84191F17}" dt="2026-02-25T10:16:22.443" v="804" actId="22"/>
          <ac:picMkLst>
            <pc:docMk/>
            <pc:sldMk cId="673646362" sldId="293"/>
            <ac:picMk id="7" creationId="{0685142D-BFD1-52FA-8A5A-9B59B8182990}"/>
          </ac:picMkLst>
        </pc:picChg>
      </pc:sldChg>
      <pc:sldChg chg="addSp delSp modSp mod">
        <pc:chgData name="Mariappan V" userId="6b0134d8eae7f507" providerId="LiveId" clId="{DC620BC3-9B38-4629-837B-0AFF84191F17}" dt="2026-02-25T07:33:15.490" v="628" actId="20577"/>
        <pc:sldMkLst>
          <pc:docMk/>
          <pc:sldMk cId="2632333954" sldId="303"/>
        </pc:sldMkLst>
        <pc:spChg chg="mod">
          <ac:chgData name="Mariappan V" userId="6b0134d8eae7f507" providerId="LiveId" clId="{DC620BC3-9B38-4629-837B-0AFF84191F17}" dt="2026-02-25T07:33:15.490" v="628" actId="20577"/>
          <ac:spMkLst>
            <pc:docMk/>
            <pc:sldMk cId="2632333954" sldId="303"/>
            <ac:spMk id="14" creationId="{023F350E-7F77-124F-57BB-E61863E15F82}"/>
          </ac:spMkLst>
        </pc:spChg>
        <pc:picChg chg="add mod">
          <ac:chgData name="Mariappan V" userId="6b0134d8eae7f507" providerId="LiveId" clId="{DC620BC3-9B38-4629-837B-0AFF84191F17}" dt="2026-02-25T07:32:07.100" v="614" actId="1440"/>
          <ac:picMkLst>
            <pc:docMk/>
            <pc:sldMk cId="2632333954" sldId="303"/>
            <ac:picMk id="3" creationId="{E0A51263-54D3-B343-9A53-CA3A23DA39DC}"/>
          </ac:picMkLst>
        </pc:picChg>
        <pc:picChg chg="add del mod">
          <ac:chgData name="Mariappan V" userId="6b0134d8eae7f507" providerId="LiveId" clId="{DC620BC3-9B38-4629-837B-0AFF84191F17}" dt="2026-02-25T07:31:53.890" v="608" actId="478"/>
          <ac:picMkLst>
            <pc:docMk/>
            <pc:sldMk cId="2632333954" sldId="303"/>
            <ac:picMk id="5" creationId="{63186C47-31E2-9823-A563-875EC7E73B42}"/>
          </ac:picMkLst>
        </pc:picChg>
      </pc:sldChg>
      <pc:sldChg chg="modSp mod">
        <pc:chgData name="Mariappan V" userId="6b0134d8eae7f507" providerId="LiveId" clId="{DC620BC3-9B38-4629-837B-0AFF84191F17}" dt="2026-02-25T10:01:18.968" v="773" actId="14100"/>
        <pc:sldMkLst>
          <pc:docMk/>
          <pc:sldMk cId="735164670" sldId="305"/>
        </pc:sldMkLst>
        <pc:graphicFrameChg chg="modGraphic">
          <ac:chgData name="Mariappan V" userId="6b0134d8eae7f507" providerId="LiveId" clId="{DC620BC3-9B38-4629-837B-0AFF84191F17}" dt="2026-02-25T10:01:18.968" v="773" actId="14100"/>
          <ac:graphicFrameMkLst>
            <pc:docMk/>
            <pc:sldMk cId="735164670" sldId="305"/>
            <ac:graphicFrameMk id="4" creationId="{8594331B-FEAA-D5B4-B75F-312D6BBC9FA5}"/>
          </ac:graphicFrameMkLst>
        </pc:graphicFrameChg>
      </pc:sldChg>
      <pc:sldChg chg="addSp delSp modSp mod">
        <pc:chgData name="Mariappan V" userId="6b0134d8eae7f507" providerId="LiveId" clId="{DC620BC3-9B38-4629-837B-0AFF84191F17}" dt="2026-02-25T10:00:46.123" v="769" actId="2165"/>
        <pc:sldMkLst>
          <pc:docMk/>
          <pc:sldMk cId="430440679" sldId="306"/>
        </pc:sldMkLst>
        <pc:spChg chg="mod">
          <ac:chgData name="Mariappan V" userId="6b0134d8eae7f507" providerId="LiveId" clId="{DC620BC3-9B38-4629-837B-0AFF84191F17}" dt="2026-02-25T09:58:44.002" v="716" actId="20577"/>
          <ac:spMkLst>
            <pc:docMk/>
            <pc:sldMk cId="430440679" sldId="306"/>
            <ac:spMk id="2" creationId="{DA30A40E-3BF3-D737-B98C-A24ACABF65D1}"/>
          </ac:spMkLst>
        </pc:spChg>
        <pc:graphicFrameChg chg="add mod modGraphic">
          <ac:chgData name="Mariappan V" userId="6b0134d8eae7f507" providerId="LiveId" clId="{DC620BC3-9B38-4629-837B-0AFF84191F17}" dt="2026-02-25T10:00:46.123" v="769" actId="2165"/>
          <ac:graphicFrameMkLst>
            <pc:docMk/>
            <pc:sldMk cId="430440679" sldId="306"/>
            <ac:graphicFrameMk id="4" creationId="{03B51F77-2F54-ED4B-0FA8-7DF2ED7B0AD3}"/>
          </ac:graphicFrameMkLst>
        </pc:graphicFrameChg>
        <pc:graphicFrameChg chg="del modGraphic">
          <ac:chgData name="Mariappan V" userId="6b0134d8eae7f507" providerId="LiveId" clId="{DC620BC3-9B38-4629-837B-0AFF84191F17}" dt="2026-02-25T09:58:49.687" v="717" actId="478"/>
          <ac:graphicFrameMkLst>
            <pc:docMk/>
            <pc:sldMk cId="430440679" sldId="306"/>
            <ac:graphicFrameMk id="5" creationId="{30D496B7-7DE8-B6B4-24F9-1F258404B1EC}"/>
          </ac:graphicFrameMkLst>
        </pc:graphicFrameChg>
      </pc:sldChg>
      <pc:sldChg chg="addSp delSp modSp mod">
        <pc:chgData name="Mariappan V" userId="6b0134d8eae7f507" providerId="LiveId" clId="{DC620BC3-9B38-4629-837B-0AFF84191F17}" dt="2026-02-25T09:58:14.005" v="695" actId="14100"/>
        <pc:sldMkLst>
          <pc:docMk/>
          <pc:sldMk cId="4144222240" sldId="307"/>
        </pc:sldMkLst>
        <pc:spChg chg="mod">
          <ac:chgData name="Mariappan V" userId="6b0134d8eae7f507" providerId="LiveId" clId="{DC620BC3-9B38-4629-837B-0AFF84191F17}" dt="2026-02-25T09:56:19.795" v="680" actId="20577"/>
          <ac:spMkLst>
            <pc:docMk/>
            <pc:sldMk cId="4144222240" sldId="307"/>
            <ac:spMk id="2" creationId="{1296E3EB-87A8-6F98-C6C7-55836FCAC032}"/>
          </ac:spMkLst>
        </pc:spChg>
        <pc:graphicFrameChg chg="del">
          <ac:chgData name="Mariappan V" userId="6b0134d8eae7f507" providerId="LiveId" clId="{DC620BC3-9B38-4629-837B-0AFF84191F17}" dt="2026-02-25T09:56:16.480" v="676" actId="478"/>
          <ac:graphicFrameMkLst>
            <pc:docMk/>
            <pc:sldMk cId="4144222240" sldId="307"/>
            <ac:graphicFrameMk id="4" creationId="{66D33608-E9FB-6DE2-019D-63968EB02BF6}"/>
          </ac:graphicFrameMkLst>
        </pc:graphicFrameChg>
        <pc:graphicFrameChg chg="add mod modGraphic">
          <ac:chgData name="Mariappan V" userId="6b0134d8eae7f507" providerId="LiveId" clId="{DC620BC3-9B38-4629-837B-0AFF84191F17}" dt="2026-02-25T09:58:14.005" v="695" actId="14100"/>
          <ac:graphicFrameMkLst>
            <pc:docMk/>
            <pc:sldMk cId="4144222240" sldId="307"/>
            <ac:graphicFrameMk id="5" creationId="{AAAE8EE1-3694-7AD3-5A15-79C8B2BA84AD}"/>
          </ac:graphicFrameMkLst>
        </pc:graphicFrameChg>
      </pc:sldChg>
      <pc:sldChg chg="delSp modSp mod">
        <pc:chgData name="Mariappan V" userId="6b0134d8eae7f507" providerId="LiveId" clId="{DC620BC3-9B38-4629-837B-0AFF84191F17}" dt="2026-02-25T09:40:57.343" v="632" actId="14100"/>
        <pc:sldMkLst>
          <pc:docMk/>
          <pc:sldMk cId="572930717" sldId="317"/>
        </pc:sldMkLst>
        <pc:spChg chg="del">
          <ac:chgData name="Mariappan V" userId="6b0134d8eae7f507" providerId="LiveId" clId="{DC620BC3-9B38-4629-837B-0AFF84191F17}" dt="2026-02-25T09:40:40.581" v="629" actId="478"/>
          <ac:spMkLst>
            <pc:docMk/>
            <pc:sldMk cId="572930717" sldId="317"/>
            <ac:spMk id="24" creationId="{1E20F76A-808D-2FB8-6476-737A3233C02B}"/>
          </ac:spMkLst>
        </pc:spChg>
        <pc:cxnChg chg="del">
          <ac:chgData name="Mariappan V" userId="6b0134d8eae7f507" providerId="LiveId" clId="{DC620BC3-9B38-4629-837B-0AFF84191F17}" dt="2026-02-25T09:40:42.722" v="630" actId="478"/>
          <ac:cxnSpMkLst>
            <pc:docMk/>
            <pc:sldMk cId="572930717" sldId="317"/>
            <ac:cxnSpMk id="23" creationId="{66020AB1-06B6-BC0B-7628-8ABB4E1354F4}"/>
          </ac:cxnSpMkLst>
        </pc:cxnChg>
        <pc:cxnChg chg="mod">
          <ac:chgData name="Mariappan V" userId="6b0134d8eae7f507" providerId="LiveId" clId="{DC620BC3-9B38-4629-837B-0AFF84191F17}" dt="2026-02-25T09:40:57.343" v="632" actId="14100"/>
          <ac:cxnSpMkLst>
            <pc:docMk/>
            <pc:sldMk cId="572930717" sldId="317"/>
            <ac:cxnSpMk id="27" creationId="{6DECFE56-14D9-ACFA-F86B-0AD6D80D3F4C}"/>
          </ac:cxnSpMkLst>
        </pc:cxnChg>
      </pc:sldChg>
      <pc:sldChg chg="modSp mod">
        <pc:chgData name="Mariappan V" userId="6b0134d8eae7f507" providerId="LiveId" clId="{DC620BC3-9B38-4629-837B-0AFF84191F17}" dt="2026-02-25T09:41:11.453" v="642" actId="20577"/>
        <pc:sldMkLst>
          <pc:docMk/>
          <pc:sldMk cId="438715666" sldId="321"/>
        </pc:sldMkLst>
        <pc:spChg chg="mod">
          <ac:chgData name="Mariappan V" userId="6b0134d8eae7f507" providerId="LiveId" clId="{DC620BC3-9B38-4629-837B-0AFF84191F17}" dt="2026-02-25T09:41:11.453" v="642" actId="20577"/>
          <ac:spMkLst>
            <pc:docMk/>
            <pc:sldMk cId="438715666" sldId="321"/>
            <ac:spMk id="2" creationId="{F378DD81-2CA9-FE7D-BE59-00232F5B2E79}"/>
          </ac:spMkLst>
        </pc:spChg>
      </pc:sldChg>
      <pc:sldChg chg="addSp delSp modSp mod">
        <pc:chgData name="Mariappan V" userId="6b0134d8eae7f507" providerId="LiveId" clId="{DC620BC3-9B38-4629-837B-0AFF84191F17}" dt="2026-02-25T10:16:44.094" v="811" actId="14100"/>
        <pc:sldMkLst>
          <pc:docMk/>
          <pc:sldMk cId="4134609645" sldId="322"/>
        </pc:sldMkLst>
        <pc:picChg chg="del">
          <ac:chgData name="Mariappan V" userId="6b0134d8eae7f507" providerId="LiveId" clId="{DC620BC3-9B38-4629-837B-0AFF84191F17}" dt="2026-02-25T10:16:29.373" v="806" actId="478"/>
          <ac:picMkLst>
            <pc:docMk/>
            <pc:sldMk cId="4134609645" sldId="322"/>
            <ac:picMk id="3" creationId="{B9C35B21-1C90-24E5-73FF-21A95CDF1A20}"/>
          </ac:picMkLst>
        </pc:picChg>
        <pc:picChg chg="add mod">
          <ac:chgData name="Mariappan V" userId="6b0134d8eae7f507" providerId="LiveId" clId="{DC620BC3-9B38-4629-837B-0AFF84191F17}" dt="2026-02-25T10:16:44.094" v="811" actId="14100"/>
          <ac:picMkLst>
            <pc:docMk/>
            <pc:sldMk cId="4134609645" sldId="322"/>
            <ac:picMk id="5" creationId="{6725790C-DE16-1B81-CBFB-3DF382E42668}"/>
          </ac:picMkLst>
        </pc:picChg>
      </pc:sldChg>
      <pc:sldChg chg="add">
        <pc:chgData name="Mariappan V" userId="6b0134d8eae7f507" providerId="LiveId" clId="{DC620BC3-9B38-4629-837B-0AFF84191F17}" dt="2026-02-23T05:15:31.279" v="32" actId="2890"/>
        <pc:sldMkLst>
          <pc:docMk/>
          <pc:sldMk cId="1091051937" sldId="323"/>
        </pc:sldMkLst>
      </pc:sldChg>
      <pc:sldChg chg="addSp delSp modSp add mod">
        <pc:chgData name="Mariappan V" userId="6b0134d8eae7f507" providerId="LiveId" clId="{DC620BC3-9B38-4629-837B-0AFF84191F17}" dt="2026-02-23T05:22:13.897" v="142" actId="1440"/>
        <pc:sldMkLst>
          <pc:docMk/>
          <pc:sldMk cId="1679262813" sldId="324"/>
        </pc:sldMkLst>
        <pc:spChg chg="mod">
          <ac:chgData name="Mariappan V" userId="6b0134d8eae7f507" providerId="LiveId" clId="{DC620BC3-9B38-4629-837B-0AFF84191F17}" dt="2026-02-23T05:22:00.168" v="140" actId="403"/>
          <ac:spMkLst>
            <pc:docMk/>
            <pc:sldMk cId="1679262813" sldId="324"/>
            <ac:spMk id="14" creationId="{3C568505-C2AD-2D96-8279-9CD46A3D5096}"/>
          </ac:spMkLst>
        </pc:spChg>
        <pc:picChg chg="add mod">
          <ac:chgData name="Mariappan V" userId="6b0134d8eae7f507" providerId="LiveId" clId="{DC620BC3-9B38-4629-837B-0AFF84191F17}" dt="2026-02-23T05:22:13.897" v="142" actId="1440"/>
          <ac:picMkLst>
            <pc:docMk/>
            <pc:sldMk cId="1679262813" sldId="324"/>
            <ac:picMk id="3" creationId="{D46D252A-D0BF-ADB0-E222-753E1A67BBAA}"/>
          </ac:picMkLst>
        </pc:picChg>
      </pc:sldChg>
      <pc:sldChg chg="addSp delSp modSp add mod ord">
        <pc:chgData name="Mariappan V" userId="6b0134d8eae7f507" providerId="LiveId" clId="{DC620BC3-9B38-4629-837B-0AFF84191F17}" dt="2026-02-26T01:26:09.173" v="845"/>
        <pc:sldMkLst>
          <pc:docMk/>
          <pc:sldMk cId="768510107" sldId="325"/>
        </pc:sldMkLst>
        <pc:spChg chg="mod">
          <ac:chgData name="Mariappan V" userId="6b0134d8eae7f507" providerId="LiveId" clId="{DC620BC3-9B38-4629-837B-0AFF84191F17}" dt="2026-02-23T05:23:38.750" v="160" actId="14100"/>
          <ac:spMkLst>
            <pc:docMk/>
            <pc:sldMk cId="768510107" sldId="325"/>
            <ac:spMk id="14" creationId="{57BC96AB-7B89-B49F-E59F-8ED732820769}"/>
          </ac:spMkLst>
        </pc:spChg>
        <pc:picChg chg="add mod">
          <ac:chgData name="Mariappan V" userId="6b0134d8eae7f507" providerId="LiveId" clId="{DC620BC3-9B38-4629-837B-0AFF84191F17}" dt="2026-02-25T07:31:25.595" v="607" actId="1440"/>
          <ac:picMkLst>
            <pc:docMk/>
            <pc:sldMk cId="768510107" sldId="325"/>
            <ac:picMk id="3" creationId="{CF78A774-977A-5046-CE63-DD2592F35CB4}"/>
          </ac:picMkLst>
        </pc:picChg>
        <pc:picChg chg="add del mod">
          <ac:chgData name="Mariappan V" userId="6b0134d8eae7f507" providerId="LiveId" clId="{DC620BC3-9B38-4629-837B-0AFF84191F17}" dt="2026-02-25T07:31:11.196" v="601" actId="478"/>
          <ac:picMkLst>
            <pc:docMk/>
            <pc:sldMk cId="768510107" sldId="325"/>
            <ac:picMk id="4" creationId="{D3FD75B1-EFFA-E7B1-D15C-D6527A3351A5}"/>
          </ac:picMkLst>
        </pc:picChg>
      </pc:sldChg>
      <pc:sldChg chg="addSp delSp modSp add mod">
        <pc:chgData name="Mariappan V" userId="6b0134d8eae7f507" providerId="LiveId" clId="{DC620BC3-9B38-4629-837B-0AFF84191F17}" dt="2026-02-23T05:25:49.303" v="183" actId="20577"/>
        <pc:sldMkLst>
          <pc:docMk/>
          <pc:sldMk cId="2243384772" sldId="326"/>
        </pc:sldMkLst>
        <pc:spChg chg="mod">
          <ac:chgData name="Mariappan V" userId="6b0134d8eae7f507" providerId="LiveId" clId="{DC620BC3-9B38-4629-837B-0AFF84191F17}" dt="2026-02-23T05:25:49.303" v="183" actId="20577"/>
          <ac:spMkLst>
            <pc:docMk/>
            <pc:sldMk cId="2243384772" sldId="326"/>
            <ac:spMk id="14" creationId="{0A6904C9-6583-72F3-71C9-13B47B2E787D}"/>
          </ac:spMkLst>
        </pc:spChg>
        <pc:picChg chg="add mod">
          <ac:chgData name="Mariappan V" userId="6b0134d8eae7f507" providerId="LiveId" clId="{DC620BC3-9B38-4629-837B-0AFF84191F17}" dt="2026-02-23T05:25:41.449" v="168" actId="1440"/>
          <ac:picMkLst>
            <pc:docMk/>
            <pc:sldMk cId="2243384772" sldId="326"/>
            <ac:picMk id="3" creationId="{A1A18F35-CDC5-1F10-AC6A-47A95BB0F8D2}"/>
          </ac:picMkLst>
        </pc:picChg>
      </pc:sldChg>
      <pc:sldChg chg="addSp delSp modSp add mod">
        <pc:chgData name="Mariappan V" userId="6b0134d8eae7f507" providerId="LiveId" clId="{DC620BC3-9B38-4629-837B-0AFF84191F17}" dt="2026-02-25T07:30:11.520" v="600" actId="1440"/>
        <pc:sldMkLst>
          <pc:docMk/>
          <pc:sldMk cId="3737029240" sldId="328"/>
        </pc:sldMkLst>
        <pc:spChg chg="mod">
          <ac:chgData name="Mariappan V" userId="6b0134d8eae7f507" providerId="LiveId" clId="{DC620BC3-9B38-4629-837B-0AFF84191F17}" dt="2026-02-25T07:29:32.305" v="592" actId="20577"/>
          <ac:spMkLst>
            <pc:docMk/>
            <pc:sldMk cId="3737029240" sldId="328"/>
            <ac:spMk id="14" creationId="{AD49714C-2B9B-765B-54A6-BBEE7F9A707B}"/>
          </ac:spMkLst>
        </pc:spChg>
        <pc:picChg chg="add mod">
          <ac:chgData name="Mariappan V" userId="6b0134d8eae7f507" providerId="LiveId" clId="{DC620BC3-9B38-4629-837B-0AFF84191F17}" dt="2026-02-25T07:30:11.520" v="600" actId="1440"/>
          <ac:picMkLst>
            <pc:docMk/>
            <pc:sldMk cId="3737029240" sldId="328"/>
            <ac:picMk id="3" creationId="{DBE5EA4A-19C2-A9BB-C579-49DA70191049}"/>
          </ac:picMkLst>
        </pc:picChg>
        <pc:picChg chg="add del mod">
          <ac:chgData name="Mariappan V" userId="6b0134d8eae7f507" providerId="LiveId" clId="{DC620BC3-9B38-4629-837B-0AFF84191F17}" dt="2026-02-25T07:29:40.198" v="594" actId="478"/>
          <ac:picMkLst>
            <pc:docMk/>
            <pc:sldMk cId="3737029240" sldId="328"/>
            <ac:picMk id="4" creationId="{42384284-1F8B-4198-6FFB-4094E98BDDF7}"/>
          </ac:picMkLst>
        </pc:picChg>
      </pc:sldChg>
      <pc:sldChg chg="addSp delSp modSp add del mod ord">
        <pc:chgData name="Mariappan V" userId="6b0134d8eae7f507" providerId="LiveId" clId="{DC620BC3-9B38-4629-837B-0AFF84191F17}" dt="2026-02-26T01:26:29.948" v="847" actId="47"/>
        <pc:sldMkLst>
          <pc:docMk/>
          <pc:sldMk cId="1806645318" sldId="329"/>
        </pc:sldMkLst>
        <pc:spChg chg="mod">
          <ac:chgData name="Mariappan V" userId="6b0134d8eae7f507" providerId="LiveId" clId="{DC620BC3-9B38-4629-837B-0AFF84191F17}" dt="2026-02-25T07:29:36.846" v="593" actId="20577"/>
          <ac:spMkLst>
            <pc:docMk/>
            <pc:sldMk cId="1806645318" sldId="329"/>
            <ac:spMk id="14" creationId="{245E88E7-13F3-6250-B8F8-DD92A3CB368A}"/>
          </ac:spMkLst>
        </pc:spChg>
        <pc:picChg chg="add del mod">
          <ac:chgData name="Mariappan V" userId="6b0134d8eae7f507" providerId="LiveId" clId="{DC620BC3-9B38-4629-837B-0AFF84191F17}" dt="2026-02-25T07:27:52.243" v="572" actId="478"/>
          <ac:picMkLst>
            <pc:docMk/>
            <pc:sldMk cId="1806645318" sldId="329"/>
            <ac:picMk id="3" creationId="{6B49BE17-45A3-9078-146B-A5263776304B}"/>
          </ac:picMkLst>
        </pc:picChg>
        <pc:picChg chg="add mod">
          <ac:chgData name="Mariappan V" userId="6b0134d8eae7f507" providerId="LiveId" clId="{DC620BC3-9B38-4629-837B-0AFF84191F17}" dt="2026-02-25T10:21:14.416" v="823" actId="1440"/>
          <ac:picMkLst>
            <pc:docMk/>
            <pc:sldMk cId="1806645318" sldId="329"/>
            <ac:picMk id="3" creationId="{7F55E127-BB5C-1CE2-84FF-C8DC92EFC0EB}"/>
          </ac:picMkLst>
        </pc:picChg>
        <pc:picChg chg="add del mod">
          <ac:chgData name="Mariappan V" userId="6b0134d8eae7f507" providerId="LiveId" clId="{DC620BC3-9B38-4629-837B-0AFF84191F17}" dt="2026-02-25T07:28:09.778" v="578" actId="478"/>
          <ac:picMkLst>
            <pc:docMk/>
            <pc:sldMk cId="1806645318" sldId="329"/>
            <ac:picMk id="4" creationId="{BC11CACA-66E7-3187-56A4-1C7D74A4AEB8}"/>
          </ac:picMkLst>
        </pc:picChg>
        <pc:picChg chg="add del mod">
          <ac:chgData name="Mariappan V" userId="6b0134d8eae7f507" providerId="LiveId" clId="{DC620BC3-9B38-4629-837B-0AFF84191F17}" dt="2026-02-25T07:29:08.025" v="585" actId="478"/>
          <ac:picMkLst>
            <pc:docMk/>
            <pc:sldMk cId="1806645318" sldId="329"/>
            <ac:picMk id="6" creationId="{FEED8D9A-F50C-7C09-1729-A7216BD28BDD}"/>
          </ac:picMkLst>
        </pc:picChg>
        <pc:picChg chg="add del mod">
          <ac:chgData name="Mariappan V" userId="6b0134d8eae7f507" providerId="LiveId" clId="{DC620BC3-9B38-4629-837B-0AFF84191F17}" dt="2026-02-25T10:20:56.822" v="817" actId="478"/>
          <ac:picMkLst>
            <pc:docMk/>
            <pc:sldMk cId="1806645318" sldId="329"/>
            <ac:picMk id="8" creationId="{7EF5D222-F455-A3F7-2AFD-6C32EA0445E8}"/>
          </ac:picMkLst>
        </pc:picChg>
      </pc:sldChg>
      <pc:sldChg chg="addSp delSp modSp add mod">
        <pc:chgData name="Mariappan V" userId="6b0134d8eae7f507" providerId="LiveId" clId="{DC620BC3-9B38-4629-837B-0AFF84191F17}" dt="2026-02-25T07:27:18.779" v="571" actId="1440"/>
        <pc:sldMkLst>
          <pc:docMk/>
          <pc:sldMk cId="1388801504" sldId="330"/>
        </pc:sldMkLst>
        <pc:spChg chg="mod">
          <ac:chgData name="Mariappan V" userId="6b0134d8eae7f507" providerId="LiveId" clId="{DC620BC3-9B38-4629-837B-0AFF84191F17}" dt="2026-02-23T05:32:00.198" v="303" actId="20577"/>
          <ac:spMkLst>
            <pc:docMk/>
            <pc:sldMk cId="1388801504" sldId="330"/>
            <ac:spMk id="14" creationId="{A6C0F1DC-EE44-7E10-E1F3-6165BE5C07F2}"/>
          </ac:spMkLst>
        </pc:spChg>
        <pc:picChg chg="add mod">
          <ac:chgData name="Mariappan V" userId="6b0134d8eae7f507" providerId="LiveId" clId="{DC620BC3-9B38-4629-837B-0AFF84191F17}" dt="2026-02-25T07:27:18.779" v="571" actId="1440"/>
          <ac:picMkLst>
            <pc:docMk/>
            <pc:sldMk cId="1388801504" sldId="330"/>
            <ac:picMk id="3" creationId="{4CD7DCF1-46C3-7E58-0553-C60400E8360E}"/>
          </ac:picMkLst>
        </pc:picChg>
        <pc:picChg chg="add del mod">
          <ac:chgData name="Mariappan V" userId="6b0134d8eae7f507" providerId="LiveId" clId="{DC620BC3-9B38-4629-837B-0AFF84191F17}" dt="2026-02-25T07:27:05" v="566" actId="478"/>
          <ac:picMkLst>
            <pc:docMk/>
            <pc:sldMk cId="1388801504" sldId="330"/>
            <ac:picMk id="4" creationId="{B320F305-AE2F-576C-6C23-3629D1A1EEBD}"/>
          </ac:picMkLst>
        </pc:picChg>
      </pc:sldChg>
      <pc:sldChg chg="addSp delSp modSp add del mod ord">
        <pc:chgData name="Mariappan V" userId="6b0134d8eae7f507" providerId="LiveId" clId="{DC620BC3-9B38-4629-837B-0AFF84191F17}" dt="2026-02-26T01:26:25.990" v="846" actId="47"/>
        <pc:sldMkLst>
          <pc:docMk/>
          <pc:sldMk cId="2348425333" sldId="331"/>
        </pc:sldMkLst>
        <pc:spChg chg="mod">
          <ac:chgData name="Mariappan V" userId="6b0134d8eae7f507" providerId="LiveId" clId="{DC620BC3-9B38-4629-837B-0AFF84191F17}" dt="2026-02-23T05:33:48.295" v="327" actId="20577"/>
          <ac:spMkLst>
            <pc:docMk/>
            <pc:sldMk cId="2348425333" sldId="331"/>
            <ac:spMk id="14" creationId="{33A4D95C-32A6-5722-4050-1F717C86DF61}"/>
          </ac:spMkLst>
        </pc:spChg>
        <pc:picChg chg="add del mod">
          <ac:chgData name="Mariappan V" userId="6b0134d8eae7f507" providerId="LiveId" clId="{DC620BC3-9B38-4629-837B-0AFF84191F17}" dt="2026-02-25T07:26:23.446" v="559" actId="478"/>
          <ac:picMkLst>
            <pc:docMk/>
            <pc:sldMk cId="2348425333" sldId="331"/>
            <ac:picMk id="3" creationId="{18DF0BB4-33D1-D6AF-28F4-3517491FF89C}"/>
          </ac:picMkLst>
        </pc:picChg>
        <pc:picChg chg="add mod">
          <ac:chgData name="Mariappan V" userId="6b0134d8eae7f507" providerId="LiveId" clId="{DC620BC3-9B38-4629-837B-0AFF84191F17}" dt="2026-02-25T07:26:40.378" v="565" actId="1076"/>
          <ac:picMkLst>
            <pc:docMk/>
            <pc:sldMk cId="2348425333" sldId="331"/>
            <ac:picMk id="4" creationId="{70123098-4E79-A356-6B8A-343AADF17A3D}"/>
          </ac:picMkLst>
        </pc:picChg>
      </pc:sldChg>
      <pc:sldChg chg="addSp delSp modSp add mod">
        <pc:chgData name="Mariappan V" userId="6b0134d8eae7f507" providerId="LiveId" clId="{DC620BC3-9B38-4629-837B-0AFF84191F17}" dt="2026-02-25T07:25:58.446" v="558" actId="14100"/>
        <pc:sldMkLst>
          <pc:docMk/>
          <pc:sldMk cId="2216115454" sldId="332"/>
        </pc:sldMkLst>
        <pc:spChg chg="mod">
          <ac:chgData name="Mariappan V" userId="6b0134d8eae7f507" providerId="LiveId" clId="{DC620BC3-9B38-4629-837B-0AFF84191F17}" dt="2026-02-23T05:35:09.961" v="355" actId="20577"/>
          <ac:spMkLst>
            <pc:docMk/>
            <pc:sldMk cId="2216115454" sldId="332"/>
            <ac:spMk id="14" creationId="{C6336E06-2B72-9888-15A6-5DCA1193BFE0}"/>
          </ac:spMkLst>
        </pc:spChg>
        <pc:picChg chg="add mod">
          <ac:chgData name="Mariappan V" userId="6b0134d8eae7f507" providerId="LiveId" clId="{DC620BC3-9B38-4629-837B-0AFF84191F17}" dt="2026-02-25T07:25:58.446" v="558" actId="14100"/>
          <ac:picMkLst>
            <pc:docMk/>
            <pc:sldMk cId="2216115454" sldId="332"/>
            <ac:picMk id="3" creationId="{C0D8D62A-C79A-8BC2-7351-64CC26BF2820}"/>
          </ac:picMkLst>
        </pc:picChg>
        <pc:picChg chg="add del mod">
          <ac:chgData name="Mariappan V" userId="6b0134d8eae7f507" providerId="LiveId" clId="{DC620BC3-9B38-4629-837B-0AFF84191F17}" dt="2026-02-25T07:25:27.249" v="551" actId="478"/>
          <ac:picMkLst>
            <pc:docMk/>
            <pc:sldMk cId="2216115454" sldId="332"/>
            <ac:picMk id="4" creationId="{07B30B41-7F92-E0ED-61B7-B67012A57158}"/>
          </ac:picMkLst>
        </pc:picChg>
      </pc:sldChg>
      <pc:sldChg chg="addSp delSp modSp add mod">
        <pc:chgData name="Mariappan V" userId="6b0134d8eae7f507" providerId="LiveId" clId="{DC620BC3-9B38-4629-837B-0AFF84191F17}" dt="2026-02-25T07:23:44.017" v="539" actId="14100"/>
        <pc:sldMkLst>
          <pc:docMk/>
          <pc:sldMk cId="3144025604" sldId="333"/>
        </pc:sldMkLst>
        <pc:spChg chg="mod">
          <ac:chgData name="Mariappan V" userId="6b0134d8eae7f507" providerId="LiveId" clId="{DC620BC3-9B38-4629-837B-0AFF84191F17}" dt="2026-02-25T07:22:54.896" v="531" actId="20577"/>
          <ac:spMkLst>
            <pc:docMk/>
            <pc:sldMk cId="3144025604" sldId="333"/>
            <ac:spMk id="14" creationId="{E9FF40F0-849C-B3DC-5C80-16A0BBE49E9B}"/>
          </ac:spMkLst>
        </pc:spChg>
        <pc:picChg chg="add del mod">
          <ac:chgData name="Mariappan V" userId="6b0134d8eae7f507" providerId="LiveId" clId="{DC620BC3-9B38-4629-837B-0AFF84191F17}" dt="2026-02-25T07:23:00.720" v="532" actId="478"/>
          <ac:picMkLst>
            <pc:docMk/>
            <pc:sldMk cId="3144025604" sldId="333"/>
            <ac:picMk id="3" creationId="{7346471E-7AEC-C9EF-D85B-59363234E588}"/>
          </ac:picMkLst>
        </pc:picChg>
        <pc:picChg chg="add mod">
          <ac:chgData name="Mariappan V" userId="6b0134d8eae7f507" providerId="LiveId" clId="{DC620BC3-9B38-4629-837B-0AFF84191F17}" dt="2026-02-25T07:23:44.017" v="539" actId="14100"/>
          <ac:picMkLst>
            <pc:docMk/>
            <pc:sldMk cId="3144025604" sldId="333"/>
            <ac:picMk id="4" creationId="{7A319DCC-FDBB-795C-C4F6-F68816EFCE65}"/>
          </ac:picMkLst>
        </pc:picChg>
      </pc:sldChg>
      <pc:sldChg chg="addSp delSp modSp add mod">
        <pc:chgData name="Mariappan V" userId="6b0134d8eae7f507" providerId="LiveId" clId="{DC620BC3-9B38-4629-837B-0AFF84191F17}" dt="2026-02-25T07:19:02.197" v="420" actId="20577"/>
        <pc:sldMkLst>
          <pc:docMk/>
          <pc:sldMk cId="1713830902" sldId="334"/>
        </pc:sldMkLst>
        <pc:spChg chg="mod">
          <ac:chgData name="Mariappan V" userId="6b0134d8eae7f507" providerId="LiveId" clId="{DC620BC3-9B38-4629-837B-0AFF84191F17}" dt="2026-02-25T07:19:02.197" v="420" actId="20577"/>
          <ac:spMkLst>
            <pc:docMk/>
            <pc:sldMk cId="1713830902" sldId="334"/>
            <ac:spMk id="14" creationId="{DA36AE07-DAB5-5730-0F39-8FCCE865FD76}"/>
          </ac:spMkLst>
        </pc:spChg>
        <pc:picChg chg="del">
          <ac:chgData name="Mariappan V" userId="6b0134d8eae7f507" providerId="LiveId" clId="{DC620BC3-9B38-4629-837B-0AFF84191F17}" dt="2026-02-25T07:18:28.139" v="387" actId="478"/>
          <ac:picMkLst>
            <pc:docMk/>
            <pc:sldMk cId="1713830902" sldId="334"/>
            <ac:picMk id="3" creationId="{5D68D353-2326-5215-AF8C-F7F9275EB02C}"/>
          </ac:picMkLst>
        </pc:picChg>
        <pc:picChg chg="add mod">
          <ac:chgData name="Mariappan V" userId="6b0134d8eae7f507" providerId="LiveId" clId="{DC620BC3-9B38-4629-837B-0AFF84191F17}" dt="2026-02-25T07:18:46.063" v="392" actId="1440"/>
          <ac:picMkLst>
            <pc:docMk/>
            <pc:sldMk cId="1713830902" sldId="334"/>
            <ac:picMk id="4" creationId="{5B81FE14-DB78-E53C-C236-78AB82BA005D}"/>
          </ac:picMkLst>
        </pc:picChg>
      </pc:sldChg>
      <pc:sldChg chg="addSp delSp modSp add mod">
        <pc:chgData name="Mariappan V" userId="6b0134d8eae7f507" providerId="LiveId" clId="{DC620BC3-9B38-4629-837B-0AFF84191F17}" dt="2026-02-25T07:20:27.772" v="463" actId="20577"/>
        <pc:sldMkLst>
          <pc:docMk/>
          <pc:sldMk cId="820575762" sldId="335"/>
        </pc:sldMkLst>
        <pc:spChg chg="mod">
          <ac:chgData name="Mariappan V" userId="6b0134d8eae7f507" providerId="LiveId" clId="{DC620BC3-9B38-4629-837B-0AFF84191F17}" dt="2026-02-25T07:20:27.772" v="463" actId="20577"/>
          <ac:spMkLst>
            <pc:docMk/>
            <pc:sldMk cId="820575762" sldId="335"/>
            <ac:spMk id="14" creationId="{C27A0DE4-29D5-7E7F-CA2B-B0143773F64D}"/>
          </ac:spMkLst>
        </pc:spChg>
        <pc:picChg chg="add mod">
          <ac:chgData name="Mariappan V" userId="6b0134d8eae7f507" providerId="LiveId" clId="{DC620BC3-9B38-4629-837B-0AFF84191F17}" dt="2026-02-25T07:19:58.521" v="428" actId="1440"/>
          <ac:picMkLst>
            <pc:docMk/>
            <pc:sldMk cId="820575762" sldId="335"/>
            <ac:picMk id="3" creationId="{45FD0BC7-7299-FC2A-A19D-EADAF81F8AEE}"/>
          </ac:picMkLst>
        </pc:picChg>
        <pc:picChg chg="del">
          <ac:chgData name="Mariappan V" userId="6b0134d8eae7f507" providerId="LiveId" clId="{DC620BC3-9B38-4629-837B-0AFF84191F17}" dt="2026-02-25T07:19:38.819" v="422" actId="478"/>
          <ac:picMkLst>
            <pc:docMk/>
            <pc:sldMk cId="820575762" sldId="335"/>
            <ac:picMk id="4" creationId="{46A5DFB9-4CC0-D424-C6A6-B9EC6E093B68}"/>
          </ac:picMkLst>
        </pc:picChg>
      </pc:sldChg>
      <pc:sldChg chg="addSp delSp modSp add mod">
        <pc:chgData name="Mariappan V" userId="6b0134d8eae7f507" providerId="LiveId" clId="{DC620BC3-9B38-4629-837B-0AFF84191F17}" dt="2026-02-25T07:21:24.104" v="491" actId="20577"/>
        <pc:sldMkLst>
          <pc:docMk/>
          <pc:sldMk cId="2357245167" sldId="336"/>
        </pc:sldMkLst>
        <pc:spChg chg="mod">
          <ac:chgData name="Mariappan V" userId="6b0134d8eae7f507" providerId="LiveId" clId="{DC620BC3-9B38-4629-837B-0AFF84191F17}" dt="2026-02-25T07:21:24.104" v="491" actId="20577"/>
          <ac:spMkLst>
            <pc:docMk/>
            <pc:sldMk cId="2357245167" sldId="336"/>
            <ac:spMk id="14" creationId="{79A4C2A0-4960-5265-E37A-35653F66B7CB}"/>
          </ac:spMkLst>
        </pc:spChg>
        <pc:picChg chg="del">
          <ac:chgData name="Mariappan V" userId="6b0134d8eae7f507" providerId="LiveId" clId="{DC620BC3-9B38-4629-837B-0AFF84191F17}" dt="2026-02-25T07:20:51.080" v="465" actId="478"/>
          <ac:picMkLst>
            <pc:docMk/>
            <pc:sldMk cId="2357245167" sldId="336"/>
            <ac:picMk id="3" creationId="{3A21C8B5-66D6-1EA9-8876-6BDF36A31001}"/>
          </ac:picMkLst>
        </pc:picChg>
        <pc:picChg chg="add mod">
          <ac:chgData name="Mariappan V" userId="6b0134d8eae7f507" providerId="LiveId" clId="{DC620BC3-9B38-4629-837B-0AFF84191F17}" dt="2026-02-25T07:21:10.367" v="472" actId="1440"/>
          <ac:picMkLst>
            <pc:docMk/>
            <pc:sldMk cId="2357245167" sldId="336"/>
            <ac:picMk id="4" creationId="{BE7924BC-D373-0CDC-38E4-31D5D0B58DD1}"/>
          </ac:picMkLst>
        </pc:picChg>
      </pc:sldChg>
      <pc:sldChg chg="addSp delSp modSp add mod ord">
        <pc:chgData name="Mariappan V" userId="6b0134d8eae7f507" providerId="LiveId" clId="{DC620BC3-9B38-4629-837B-0AFF84191F17}" dt="2026-02-26T00:42:31.353" v="833"/>
        <pc:sldMkLst>
          <pc:docMk/>
          <pc:sldMk cId="229249837" sldId="337"/>
        </pc:sldMkLst>
        <pc:spChg chg="mod">
          <ac:chgData name="Mariappan V" userId="6b0134d8eae7f507" providerId="LiveId" clId="{DC620BC3-9B38-4629-837B-0AFF84191F17}" dt="2026-02-25T07:22:21.401" v="518" actId="20577"/>
          <ac:spMkLst>
            <pc:docMk/>
            <pc:sldMk cId="229249837" sldId="337"/>
            <ac:spMk id="14" creationId="{2DF95D5B-1B42-F3EC-5C63-94AC4823D052}"/>
          </ac:spMkLst>
        </pc:spChg>
        <pc:picChg chg="add mod">
          <ac:chgData name="Mariappan V" userId="6b0134d8eae7f507" providerId="LiveId" clId="{DC620BC3-9B38-4629-837B-0AFF84191F17}" dt="2026-02-25T07:22:11.467" v="498" actId="1440"/>
          <ac:picMkLst>
            <pc:docMk/>
            <pc:sldMk cId="229249837" sldId="337"/>
            <ac:picMk id="3" creationId="{0AA455F1-8605-78E8-E2E2-2FDF440FF898}"/>
          </ac:picMkLst>
        </pc:picChg>
        <pc:picChg chg="del">
          <ac:chgData name="Mariappan V" userId="6b0134d8eae7f507" providerId="LiveId" clId="{DC620BC3-9B38-4629-837B-0AFF84191F17}" dt="2026-02-25T07:21:58.087" v="493" actId="478"/>
          <ac:picMkLst>
            <pc:docMk/>
            <pc:sldMk cId="229249837" sldId="337"/>
            <ac:picMk id="4" creationId="{F5F18D6D-F37E-2071-1B63-BDC2F4B11CB0}"/>
          </ac:picMkLst>
        </pc:picChg>
      </pc:sldChg>
      <pc:sldChg chg="addSp delSp modSp add mod">
        <pc:chgData name="Mariappan V" userId="6b0134d8eae7f507" providerId="LiveId" clId="{DC620BC3-9B38-4629-837B-0AFF84191F17}" dt="2026-02-25T07:24:50.701" v="550" actId="14100"/>
        <pc:sldMkLst>
          <pc:docMk/>
          <pc:sldMk cId="1926747142" sldId="338"/>
        </pc:sldMkLst>
        <pc:picChg chg="add mod">
          <ac:chgData name="Mariappan V" userId="6b0134d8eae7f507" providerId="LiveId" clId="{DC620BC3-9B38-4629-837B-0AFF84191F17}" dt="2026-02-25T07:24:50.701" v="550" actId="14100"/>
          <ac:picMkLst>
            <pc:docMk/>
            <pc:sldMk cId="1926747142" sldId="338"/>
            <ac:picMk id="3" creationId="{C2C42F8F-9B96-0EF0-664B-15D6AF1861BD}"/>
          </ac:picMkLst>
        </pc:picChg>
        <pc:picChg chg="del">
          <ac:chgData name="Mariappan V" userId="6b0134d8eae7f507" providerId="LiveId" clId="{DC620BC3-9B38-4629-837B-0AFF84191F17}" dt="2026-02-25T07:24:22.309" v="541" actId="478"/>
          <ac:picMkLst>
            <pc:docMk/>
            <pc:sldMk cId="1926747142" sldId="338"/>
            <ac:picMk id="4" creationId="{8957B6E5-A997-8F64-E238-E8431E9A178B}"/>
          </ac:picMkLst>
        </pc:picChg>
      </pc:sldChg>
      <pc:sldChg chg="addSp delSp modSp add mod">
        <pc:chgData name="Mariappan V" userId="6b0134d8eae7f507" providerId="LiveId" clId="{DC620BC3-9B38-4629-837B-0AFF84191F17}" dt="2026-02-25T10:02:43.234" v="790" actId="20577"/>
        <pc:sldMkLst>
          <pc:docMk/>
          <pc:sldMk cId="251951937" sldId="339"/>
        </pc:sldMkLst>
        <pc:spChg chg="mod">
          <ac:chgData name="Mariappan V" userId="6b0134d8eae7f507" providerId="LiveId" clId="{DC620BC3-9B38-4629-837B-0AFF84191F17}" dt="2026-02-25T10:02:43.234" v="790" actId="20577"/>
          <ac:spMkLst>
            <pc:docMk/>
            <pc:sldMk cId="251951937" sldId="339"/>
            <ac:spMk id="2" creationId="{608869A8-B527-905A-166A-900AF62EED88}"/>
          </ac:spMkLst>
        </pc:spChg>
        <pc:graphicFrameChg chg="del modGraphic">
          <ac:chgData name="Mariappan V" userId="6b0134d8eae7f507" providerId="LiveId" clId="{DC620BC3-9B38-4629-837B-0AFF84191F17}" dt="2026-02-25T09:51:40.308" v="659" actId="478"/>
          <ac:graphicFrameMkLst>
            <pc:docMk/>
            <pc:sldMk cId="251951937" sldId="339"/>
            <ac:graphicFrameMk id="4" creationId="{9A1BC8EA-662D-5247-C91B-B914EA9EFAE6}"/>
          </ac:graphicFrameMkLst>
        </pc:graphicFrameChg>
        <pc:graphicFrameChg chg="add mod modGraphic">
          <ac:chgData name="Mariappan V" userId="6b0134d8eae7f507" providerId="LiveId" clId="{DC620BC3-9B38-4629-837B-0AFF84191F17}" dt="2026-02-25T09:53:16.802" v="675" actId="2711"/>
          <ac:graphicFrameMkLst>
            <pc:docMk/>
            <pc:sldMk cId="251951937" sldId="339"/>
            <ac:graphicFrameMk id="5" creationId="{02BEB4A8-6024-1512-28EF-89CA3E47B99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3/23/2026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sz="1200" dirty="0"/>
          </a:p>
        </p:txBody>
      </p:sp>
      <p:grpSp>
        <p:nvGrpSpPr>
          <p:cNvPr id="3" name="Group 3"/>
          <p:cNvGrpSpPr/>
          <p:nvPr/>
        </p:nvGrpSpPr>
        <p:grpSpPr>
          <a:xfrm>
            <a:off x="512972" y="466261"/>
            <a:ext cx="11140797" cy="5925478"/>
            <a:chOff x="0" y="0"/>
            <a:chExt cx="3227204" cy="17164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7204" cy="1716459"/>
            </a:xfrm>
            <a:custGeom>
              <a:avLst/>
              <a:gdLst/>
              <a:ahLst/>
              <a:cxnLst/>
              <a:rect l="l" t="t" r="r" b="b"/>
              <a:pathLst>
                <a:path w="3227204" h="1716459">
                  <a:moveTo>
                    <a:pt x="0" y="0"/>
                  </a:moveTo>
                  <a:lnTo>
                    <a:pt x="3227204" y="0"/>
                  </a:lnTo>
                  <a:lnTo>
                    <a:pt x="3227204" y="1716459"/>
                  </a:lnTo>
                  <a:lnTo>
                    <a:pt x="0" y="17164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227204" cy="17355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3847" y="3820525"/>
            <a:ext cx="9974824" cy="2118536"/>
            <a:chOff x="0" y="0"/>
            <a:chExt cx="2889451" cy="6136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89451" cy="613686"/>
            </a:xfrm>
            <a:custGeom>
              <a:avLst/>
              <a:gdLst/>
              <a:ahLst/>
              <a:cxnLst/>
              <a:rect l="l" t="t" r="r" b="b"/>
              <a:pathLst>
                <a:path w="2889451" h="613686">
                  <a:moveTo>
                    <a:pt x="0" y="0"/>
                  </a:moveTo>
                  <a:lnTo>
                    <a:pt x="2889451" y="0"/>
                  </a:lnTo>
                  <a:lnTo>
                    <a:pt x="2889451" y="613686"/>
                  </a:lnTo>
                  <a:lnTo>
                    <a:pt x="0" y="6136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889451" cy="6327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805436" y="901228"/>
            <a:ext cx="1014957" cy="1121395"/>
          </a:xfrm>
          <a:custGeom>
            <a:avLst/>
            <a:gdLst/>
            <a:ahLst/>
            <a:cxnLst/>
            <a:rect l="l" t="t" r="r" b="b"/>
            <a:pathLst>
              <a:path w="1522435" h="1682092">
                <a:moveTo>
                  <a:pt x="0" y="0"/>
                </a:moveTo>
                <a:lnTo>
                  <a:pt x="1522435" y="0"/>
                </a:lnTo>
                <a:lnTo>
                  <a:pt x="1522435" y="1682092"/>
                </a:lnTo>
                <a:lnTo>
                  <a:pt x="0" y="1682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07703" y="901229"/>
            <a:ext cx="10205828" cy="377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93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07703" y="1344469"/>
            <a:ext cx="9478861" cy="792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0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MANONMANIAM SUNDARANAR UNIVERSITY,TIRUNELVELI</a:t>
            </a:r>
          </a:p>
          <a:p>
            <a:pPr algn="just">
              <a:lnSpc>
                <a:spcPts val="320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Major Project Viva –Review III   DATE : 27.03.2026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6555" y="2546556"/>
            <a:ext cx="6794089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3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SeaConnect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-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Based Fish Trading Platform</a:t>
            </a:r>
            <a:endParaRPr lang="en-US" sz="2133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75601" y="3998078"/>
            <a:ext cx="2750189" cy="1316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by,</a:t>
            </a:r>
          </a:p>
          <a:p>
            <a:pPr algn="ctr">
              <a:lnSpc>
                <a:spcPts val="2166"/>
              </a:lnSpc>
            </a:pPr>
            <a:endParaRPr lang="en-US" sz="1666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166"/>
              </a:lnSpc>
            </a:pP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MARIAPPAN V</a:t>
            </a:r>
          </a:p>
          <a:p>
            <a:pPr algn="ctr">
              <a:lnSpc>
                <a:spcPts val="1906"/>
              </a:lnSpc>
            </a:pPr>
            <a:r>
              <a:rPr lang="en-US" sz="14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  MCA B</a:t>
            </a:r>
          </a:p>
          <a:p>
            <a:pPr algn="ctr">
              <a:lnSpc>
                <a:spcPts val="1906"/>
              </a:lnSpc>
              <a:spcBef>
                <a:spcPct val="0"/>
              </a:spcBef>
            </a:pPr>
            <a:r>
              <a:rPr lang="en-US" sz="14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24084015300111217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850" y="3998078"/>
            <a:ext cx="4838149" cy="2236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66"/>
              </a:lnSpc>
            </a:pP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</a:t>
            </a:r>
            <a:r>
              <a:rPr lang="en-US" sz="16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 </a:t>
            </a: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guidance of</a:t>
            </a:r>
          </a:p>
          <a:p>
            <a:pPr algn="just">
              <a:lnSpc>
                <a:spcPts val="2166"/>
              </a:lnSpc>
            </a:pPr>
            <a:r>
              <a:rPr lang="en-US" sz="1666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Dr.G.MUTHULAKSHMI</a:t>
            </a: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B.E.,M.E.,</a:t>
            </a:r>
            <a:r>
              <a:rPr lang="en-US" sz="1666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Ph.D</a:t>
            </a: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.,</a:t>
            </a:r>
          </a:p>
          <a:p>
            <a:pPr algn="just">
              <a:lnSpc>
                <a:spcPts val="2166"/>
              </a:lnSpc>
            </a:pP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ASSOCIATE PROFESSOR,</a:t>
            </a:r>
          </a:p>
          <a:p>
            <a:pPr algn="just">
              <a:lnSpc>
                <a:spcPts val="2166"/>
              </a:lnSpc>
            </a:pPr>
            <a:r>
              <a:rPr lang="en-US" sz="166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ENGINEERING.</a:t>
            </a:r>
          </a:p>
          <a:p>
            <a:pPr algn="just">
              <a:lnSpc>
                <a:spcPts val="2166"/>
              </a:lnSpc>
            </a:pPr>
            <a:endParaRPr lang="en-US" sz="1666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2166"/>
              </a:lnSpc>
            </a:pPr>
            <a:endParaRPr lang="en-US" sz="1666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2166"/>
              </a:lnSpc>
              <a:spcBef>
                <a:spcPct val="0"/>
              </a:spcBef>
            </a:pPr>
            <a:endParaRPr lang="en-US" sz="1666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10480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0413-1D2A-C6A4-3F94-5BBC803E7543}"/>
              </a:ext>
            </a:extLst>
          </p:cNvPr>
          <p:cNvSpPr txBox="1">
            <a:spLocks/>
          </p:cNvSpPr>
          <p:nvPr/>
        </p:nvSpPr>
        <p:spPr>
          <a:xfrm>
            <a:off x="1049593" y="965969"/>
            <a:ext cx="9942872" cy="46679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</a:t>
            </a:r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</a:rPr>
              <a:t>:</a:t>
            </a:r>
          </a:p>
          <a:p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8D6C-8950-5478-717F-6AF902D4D345}"/>
              </a:ext>
            </a:extLst>
          </p:cNvPr>
          <p:cNvSpPr txBox="1">
            <a:spLocks/>
          </p:cNvSpPr>
          <p:nvPr/>
        </p:nvSpPr>
        <p:spPr>
          <a:xfrm>
            <a:off x="1541206" y="1804219"/>
            <a:ext cx="9601200" cy="46679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Fishermen often depend on local middlemen who take a significant share of the profit, leaving the producers with low earnings.</a:t>
            </a:r>
          </a:p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buyers hesitate to purchase  fish due to the freshness and hygiene.</a:t>
            </a:r>
          </a:p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small-scale fishermen lack proper infrastructure for packing and delivery, which limits their ability to reach wider markets.</a:t>
            </a:r>
          </a:p>
          <a:p>
            <a:pPr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tx2">
                  <a:lumMod val="95000"/>
                  <a:lumOff val="5000"/>
                </a:schemeClr>
              </a:buCl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72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028970-411B-6536-40EA-A3580934A453}"/>
              </a:ext>
            </a:extLst>
          </p:cNvPr>
          <p:cNvSpPr txBox="1">
            <a:spLocks/>
          </p:cNvSpPr>
          <p:nvPr/>
        </p:nvSpPr>
        <p:spPr>
          <a:xfrm>
            <a:off x="1049593" y="580103"/>
            <a:ext cx="10092813" cy="58403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IN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tx2">
                  <a:lumMod val="95000"/>
                  <a:lumOff val="5000"/>
                </a:schemeClr>
              </a:buClr>
            </a:pPr>
            <a:endParaRPr 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3551F2-E88F-D52E-43BA-A06299B95385}"/>
              </a:ext>
            </a:extLst>
          </p:cNvPr>
          <p:cNvSpPr txBox="1">
            <a:spLocks/>
          </p:cNvSpPr>
          <p:nvPr/>
        </p:nvSpPr>
        <p:spPr>
          <a:xfrm>
            <a:off x="1563507" y="1553137"/>
            <a:ext cx="9933039" cy="45769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platform that directly connects fishermen and buyers for fish trading.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898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2AB3F2-3396-ABFC-1C59-D54BEE21BA04}"/>
              </a:ext>
            </a:extLst>
          </p:cNvPr>
          <p:cNvSpPr txBox="1">
            <a:spLocks/>
          </p:cNvSpPr>
          <p:nvPr/>
        </p:nvSpPr>
        <p:spPr>
          <a:xfrm>
            <a:off x="1049593" y="965969"/>
            <a:ext cx="9463547" cy="46679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tx2">
                  <a:lumMod val="95000"/>
                  <a:lumOff val="5000"/>
                </a:schemeClr>
              </a:buClr>
            </a:pPr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dirty="0">
                <a:solidFill>
                  <a:schemeClr val="tx2">
                    <a:lumMod val="95000"/>
                    <a:lumOff val="5000"/>
                  </a:schemeClr>
                </a:solidFill>
              </a:rPr>
              <a:t>:</a:t>
            </a:r>
            <a:endParaRPr 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0B9480-7CAC-BD08-586C-AE8BE4A56CAA}"/>
              </a:ext>
            </a:extLst>
          </p:cNvPr>
          <p:cNvSpPr txBox="1">
            <a:spLocks/>
          </p:cNvSpPr>
          <p:nvPr/>
        </p:nvSpPr>
        <p:spPr>
          <a:xfrm>
            <a:off x="1532603" y="1809974"/>
            <a:ext cx="9126793" cy="4242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is a key livelihood for coastal communities, but the existing fish selling process is mostly manual and unorganized.</a:t>
            </a:r>
          </a:p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Fishermen depend heavily on intermediaries, leading to reduced profit and lack of price transparency.</a:t>
            </a:r>
          </a:p>
          <a:p>
            <a:pPr>
              <a:lnSpc>
                <a:spcPct val="150000"/>
              </a:lnSpc>
              <a:buClr>
                <a:schemeClr val="tx2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SeaConnect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platform designed to enable transparent fish trading with quality verification and auction-based selling.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07CE78-1AAE-91DB-4107-7745BC5782DF}"/>
              </a:ext>
            </a:extLst>
          </p:cNvPr>
          <p:cNvSpPr txBox="1"/>
          <p:nvPr/>
        </p:nvSpPr>
        <p:spPr>
          <a:xfrm>
            <a:off x="1061884" y="884903"/>
            <a:ext cx="10432026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trading is mainly done through traditional markets and local middlemen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is decided manually, often without transparency, which affects fishermen’s income.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quality verification or digital record of transactions.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SeaConnect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centralized web-based fish trading platform connecting fishermen and buyers directly.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is physically verified at a warehouse before being listed for sale. 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fixed-price and auction-based selling with fast, time-bound processing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0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1C8B-0B13-EE08-FC7B-41AE6C2AE485}"/>
              </a:ext>
            </a:extLst>
          </p:cNvPr>
          <p:cNvSpPr txBox="1">
            <a:spLocks/>
          </p:cNvSpPr>
          <p:nvPr/>
        </p:nvSpPr>
        <p:spPr>
          <a:xfrm>
            <a:off x="845573" y="412955"/>
            <a:ext cx="11506199" cy="60173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 : React.js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:Node.js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:MongoDB 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HARDWARE REQUIREMENTS:</a:t>
            </a: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:Intel Core i5/AMD Ryzen 5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:8 GB</a:t>
            </a: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4AA3-E262-37F6-64ED-E93F162C03B8}"/>
              </a:ext>
            </a:extLst>
          </p:cNvPr>
          <p:cNvSpPr txBox="1">
            <a:spLocks/>
          </p:cNvSpPr>
          <p:nvPr/>
        </p:nvSpPr>
        <p:spPr>
          <a:xfrm>
            <a:off x="452284" y="275304"/>
            <a:ext cx="10690122" cy="451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796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AAA4A-DA88-224F-E4C6-2A4501BC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DE1E4-DE1F-70E5-4F7F-ECF91AAECD29}"/>
              </a:ext>
            </a:extLst>
          </p:cNvPr>
          <p:cNvSpPr/>
          <p:nvPr/>
        </p:nvSpPr>
        <p:spPr>
          <a:xfrm>
            <a:off x="4247535" y="223686"/>
            <a:ext cx="3156155" cy="5702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SeaConnect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528A6C-C600-E4DA-3B88-90CEE480439B}"/>
              </a:ext>
            </a:extLst>
          </p:cNvPr>
          <p:cNvCxnSpPr/>
          <p:nvPr/>
        </p:nvCxnSpPr>
        <p:spPr>
          <a:xfrm>
            <a:off x="5585075" y="793955"/>
            <a:ext cx="0" cy="43261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416136-0DC8-10E7-C3AF-66B2DBC8892C}"/>
              </a:ext>
            </a:extLst>
          </p:cNvPr>
          <p:cNvCxnSpPr/>
          <p:nvPr/>
        </p:nvCxnSpPr>
        <p:spPr>
          <a:xfrm flipH="1">
            <a:off x="2949678" y="1226574"/>
            <a:ext cx="2635045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822C9D-5C1A-E860-627E-D855F377C14D}"/>
              </a:ext>
            </a:extLst>
          </p:cNvPr>
          <p:cNvCxnSpPr/>
          <p:nvPr/>
        </p:nvCxnSpPr>
        <p:spPr>
          <a:xfrm>
            <a:off x="2962320" y="1226574"/>
            <a:ext cx="0" cy="42278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E7CFDD-AA1F-AAD1-0AC2-9849446601BA}"/>
              </a:ext>
            </a:extLst>
          </p:cNvPr>
          <p:cNvCxnSpPr/>
          <p:nvPr/>
        </p:nvCxnSpPr>
        <p:spPr>
          <a:xfrm>
            <a:off x="5584723" y="1230788"/>
            <a:ext cx="279236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9D47DA-8EEC-5A56-0B10-65621F4B260D}"/>
              </a:ext>
            </a:extLst>
          </p:cNvPr>
          <p:cNvCxnSpPr/>
          <p:nvPr/>
        </p:nvCxnSpPr>
        <p:spPr>
          <a:xfrm>
            <a:off x="8367252" y="1226574"/>
            <a:ext cx="0" cy="42278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4E5A060-4466-CE7B-6CB2-D96C72DE97AE}"/>
              </a:ext>
            </a:extLst>
          </p:cNvPr>
          <p:cNvSpPr/>
          <p:nvPr/>
        </p:nvSpPr>
        <p:spPr>
          <a:xfrm>
            <a:off x="1905353" y="1670430"/>
            <a:ext cx="2113934" cy="51127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59AA36-8B3E-DCDF-68FB-F422B651BCA8}"/>
              </a:ext>
            </a:extLst>
          </p:cNvPr>
          <p:cNvSpPr/>
          <p:nvPr/>
        </p:nvSpPr>
        <p:spPr>
          <a:xfrm>
            <a:off x="7398774" y="1670430"/>
            <a:ext cx="1936910" cy="511275"/>
          </a:xfrm>
          <a:prstGeom prst="ellips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ECFE56-14D9-ACFA-F86B-0AD6D80D3F4C}"/>
              </a:ext>
            </a:extLst>
          </p:cNvPr>
          <p:cNvCxnSpPr>
            <a:cxnSpLocks/>
          </p:cNvCxnSpPr>
          <p:nvPr/>
        </p:nvCxnSpPr>
        <p:spPr>
          <a:xfrm>
            <a:off x="8359504" y="2181705"/>
            <a:ext cx="0" cy="3304695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B40CE80-F22E-B323-47E0-0E363819AAB7}"/>
              </a:ext>
            </a:extLst>
          </p:cNvPr>
          <p:cNvSpPr/>
          <p:nvPr/>
        </p:nvSpPr>
        <p:spPr>
          <a:xfrm>
            <a:off x="4701244" y="3452998"/>
            <a:ext cx="1680324" cy="43261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329345-C034-475B-2B3E-17336B2FB628}"/>
              </a:ext>
            </a:extLst>
          </p:cNvPr>
          <p:cNvSpPr/>
          <p:nvPr/>
        </p:nvSpPr>
        <p:spPr>
          <a:xfrm>
            <a:off x="4693636" y="3971192"/>
            <a:ext cx="1695540" cy="487048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categories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FF1CB4-8FF9-4881-9664-F827DCCF5879}"/>
              </a:ext>
            </a:extLst>
          </p:cNvPr>
          <p:cNvSpPr/>
          <p:nvPr/>
        </p:nvSpPr>
        <p:spPr>
          <a:xfrm>
            <a:off x="4695417" y="4556552"/>
            <a:ext cx="1693760" cy="51723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C954A8-8C4D-F7C5-7FF6-CFD427916C9E}"/>
              </a:ext>
            </a:extLst>
          </p:cNvPr>
          <p:cNvSpPr/>
          <p:nvPr/>
        </p:nvSpPr>
        <p:spPr>
          <a:xfrm>
            <a:off x="4701244" y="5206727"/>
            <a:ext cx="1680324" cy="42469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status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5313E9B-A652-6F08-A77B-FA28D3F64C9B}"/>
              </a:ext>
            </a:extLst>
          </p:cNvPr>
          <p:cNvCxnSpPr/>
          <p:nvPr/>
        </p:nvCxnSpPr>
        <p:spPr>
          <a:xfrm>
            <a:off x="8367252" y="2508630"/>
            <a:ext cx="968432" cy="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A3A023C-25F2-BB8B-FFEF-FC7D40764395}"/>
              </a:ext>
            </a:extLst>
          </p:cNvPr>
          <p:cNvSpPr/>
          <p:nvPr/>
        </p:nvSpPr>
        <p:spPr>
          <a:xfrm>
            <a:off x="9355533" y="2181705"/>
            <a:ext cx="1794613" cy="455788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  <a:endParaRPr lang="en-IN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EA971C-D84E-B9C3-ED7D-A53F7D4B8494}"/>
              </a:ext>
            </a:extLst>
          </p:cNvPr>
          <p:cNvCxnSpPr/>
          <p:nvPr/>
        </p:nvCxnSpPr>
        <p:spPr>
          <a:xfrm>
            <a:off x="8367252" y="3124200"/>
            <a:ext cx="988281" cy="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199169E3-C17E-C527-DA40-971172C65EAA}"/>
              </a:ext>
            </a:extLst>
          </p:cNvPr>
          <p:cNvSpPr/>
          <p:nvPr/>
        </p:nvSpPr>
        <p:spPr>
          <a:xfrm>
            <a:off x="9373111" y="2798501"/>
            <a:ext cx="1794611" cy="630497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Manage Users</a:t>
            </a:r>
            <a:endParaRPr lang="en-IN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CEAA409-A5ED-C9FD-5C44-B6A8D8EA043D}"/>
              </a:ext>
            </a:extLst>
          </p:cNvPr>
          <p:cNvCxnSpPr/>
          <p:nvPr/>
        </p:nvCxnSpPr>
        <p:spPr>
          <a:xfrm>
            <a:off x="8359504" y="3973286"/>
            <a:ext cx="976180" cy="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692035-1B5D-B4A8-A861-27FAE40EE7CF}"/>
              </a:ext>
            </a:extLst>
          </p:cNvPr>
          <p:cNvSpPr/>
          <p:nvPr/>
        </p:nvSpPr>
        <p:spPr>
          <a:xfrm>
            <a:off x="9335683" y="3648297"/>
            <a:ext cx="1822199" cy="57221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check</a:t>
            </a:r>
            <a:endParaRPr lang="en-IN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100783D-8252-3903-5737-0F9E4C287A58}"/>
              </a:ext>
            </a:extLst>
          </p:cNvPr>
          <p:cNvCxnSpPr/>
          <p:nvPr/>
        </p:nvCxnSpPr>
        <p:spPr>
          <a:xfrm>
            <a:off x="8359504" y="4788309"/>
            <a:ext cx="958599" cy="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1DAB4EC4-E4D4-000E-E438-F43D9D0E65F3}"/>
              </a:ext>
            </a:extLst>
          </p:cNvPr>
          <p:cNvSpPr/>
          <p:nvPr/>
        </p:nvSpPr>
        <p:spPr>
          <a:xfrm>
            <a:off x="9318102" y="4429074"/>
            <a:ext cx="1839777" cy="649983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Orders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B7170-8F8E-C077-B63B-2FAC4D59B8E5}"/>
              </a:ext>
            </a:extLst>
          </p:cNvPr>
          <p:cNvSpPr txBox="1"/>
          <p:nvPr/>
        </p:nvSpPr>
        <p:spPr>
          <a:xfrm>
            <a:off x="501621" y="282366"/>
            <a:ext cx="3620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SYSTEM ARCHITECTURE :</a:t>
            </a:r>
            <a:endParaRPr lang="en-IN" sz="18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F98569-8B80-39BA-0B20-6313B981C9A4}"/>
              </a:ext>
            </a:extLst>
          </p:cNvPr>
          <p:cNvCxnSpPr/>
          <p:nvPr/>
        </p:nvCxnSpPr>
        <p:spPr>
          <a:xfrm>
            <a:off x="8377084" y="5486400"/>
            <a:ext cx="9410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F3C47-9017-3111-3BE1-12C0949B3915}"/>
              </a:ext>
            </a:extLst>
          </p:cNvPr>
          <p:cNvSpPr/>
          <p:nvPr/>
        </p:nvSpPr>
        <p:spPr>
          <a:xfrm>
            <a:off x="9346583" y="5204445"/>
            <a:ext cx="1839777" cy="56042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Manage Delivery</a:t>
            </a:r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F860BC-1CC2-0ACF-4F7C-E33A53A28FC4}"/>
              </a:ext>
            </a:extLst>
          </p:cNvPr>
          <p:cNvSpPr/>
          <p:nvPr/>
        </p:nvSpPr>
        <p:spPr>
          <a:xfrm>
            <a:off x="1214913" y="2939540"/>
            <a:ext cx="1380879" cy="45719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Seller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D7D80E-4570-1F08-D91F-D79D03388B1D}"/>
              </a:ext>
            </a:extLst>
          </p:cNvPr>
          <p:cNvSpPr/>
          <p:nvPr/>
        </p:nvSpPr>
        <p:spPr>
          <a:xfrm>
            <a:off x="3381173" y="2921583"/>
            <a:ext cx="1380879" cy="45719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Buyer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AD89B0-ED31-5A55-5122-05F4858F9D71}"/>
              </a:ext>
            </a:extLst>
          </p:cNvPr>
          <p:cNvCxnSpPr>
            <a:cxnSpLocks/>
          </p:cNvCxnSpPr>
          <p:nvPr/>
        </p:nvCxnSpPr>
        <p:spPr>
          <a:xfrm flipH="1">
            <a:off x="2932283" y="2206005"/>
            <a:ext cx="17395" cy="28295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E9C56B-2223-04AF-4662-93E764B96AF8}"/>
              </a:ext>
            </a:extLst>
          </p:cNvPr>
          <p:cNvCxnSpPr>
            <a:cxnSpLocks/>
          </p:cNvCxnSpPr>
          <p:nvPr/>
        </p:nvCxnSpPr>
        <p:spPr>
          <a:xfrm>
            <a:off x="1905353" y="2490757"/>
            <a:ext cx="2166260" cy="17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5A2EB8-8D68-6315-9407-152C27C0BF6F}"/>
              </a:ext>
            </a:extLst>
          </p:cNvPr>
          <p:cNvCxnSpPr/>
          <p:nvPr/>
        </p:nvCxnSpPr>
        <p:spPr>
          <a:xfrm>
            <a:off x="1912588" y="2488963"/>
            <a:ext cx="0" cy="43261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BE15787-2855-D41D-2CD0-0FA296CC4C7A}"/>
              </a:ext>
            </a:extLst>
          </p:cNvPr>
          <p:cNvCxnSpPr/>
          <p:nvPr/>
        </p:nvCxnSpPr>
        <p:spPr>
          <a:xfrm>
            <a:off x="4071613" y="2488964"/>
            <a:ext cx="0" cy="43261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739A70-F816-79D5-5ADD-237AC5A10629}"/>
              </a:ext>
            </a:extLst>
          </p:cNvPr>
          <p:cNvCxnSpPr>
            <a:cxnSpLocks/>
          </p:cNvCxnSpPr>
          <p:nvPr/>
        </p:nvCxnSpPr>
        <p:spPr>
          <a:xfrm flipH="1">
            <a:off x="1905352" y="3378782"/>
            <a:ext cx="7236" cy="147029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BBA57E2-BFCD-81D4-684B-9EDFDC31040D}"/>
              </a:ext>
            </a:extLst>
          </p:cNvPr>
          <p:cNvCxnSpPr>
            <a:cxnSpLocks/>
          </p:cNvCxnSpPr>
          <p:nvPr/>
        </p:nvCxnSpPr>
        <p:spPr>
          <a:xfrm>
            <a:off x="4071612" y="3378781"/>
            <a:ext cx="17484" cy="202633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36B239-5084-34C7-CE6A-CE202A8F0BB5}"/>
              </a:ext>
            </a:extLst>
          </p:cNvPr>
          <p:cNvCxnSpPr>
            <a:cxnSpLocks/>
          </p:cNvCxnSpPr>
          <p:nvPr/>
        </p:nvCxnSpPr>
        <p:spPr>
          <a:xfrm flipV="1">
            <a:off x="4071612" y="3648297"/>
            <a:ext cx="612148" cy="927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662A2BC-7C91-99A9-D318-5DC655267D35}"/>
              </a:ext>
            </a:extLst>
          </p:cNvPr>
          <p:cNvCxnSpPr>
            <a:cxnSpLocks/>
          </p:cNvCxnSpPr>
          <p:nvPr/>
        </p:nvCxnSpPr>
        <p:spPr>
          <a:xfrm flipH="1">
            <a:off x="1524000" y="3657567"/>
            <a:ext cx="38135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CBFE8B5-E7A0-6C3A-8E62-D1306CC76DFB}"/>
              </a:ext>
            </a:extLst>
          </p:cNvPr>
          <p:cNvSpPr/>
          <p:nvPr/>
        </p:nvSpPr>
        <p:spPr>
          <a:xfrm>
            <a:off x="345442" y="3459206"/>
            <a:ext cx="1211397" cy="43261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273F82-221C-D5D3-1006-4408EC7DD3B4}"/>
              </a:ext>
            </a:extLst>
          </p:cNvPr>
          <p:cNvCxnSpPr>
            <a:cxnSpLocks/>
          </p:cNvCxnSpPr>
          <p:nvPr/>
        </p:nvCxnSpPr>
        <p:spPr>
          <a:xfrm flipH="1">
            <a:off x="1531236" y="4200154"/>
            <a:ext cx="38135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65F1780-CDF8-1FAF-0F45-9252DC687B7B}"/>
              </a:ext>
            </a:extLst>
          </p:cNvPr>
          <p:cNvSpPr/>
          <p:nvPr/>
        </p:nvSpPr>
        <p:spPr>
          <a:xfrm>
            <a:off x="352353" y="3983846"/>
            <a:ext cx="1211397" cy="43261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fish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67649F-CD3F-207D-58B2-47960562DFAC}"/>
              </a:ext>
            </a:extLst>
          </p:cNvPr>
          <p:cNvSpPr/>
          <p:nvPr/>
        </p:nvSpPr>
        <p:spPr>
          <a:xfrm>
            <a:off x="345442" y="4632769"/>
            <a:ext cx="1211397" cy="43261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status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D787B90-E4B0-C421-268A-F437457C4BF2}"/>
              </a:ext>
            </a:extLst>
          </p:cNvPr>
          <p:cNvCxnSpPr>
            <a:cxnSpLocks/>
          </p:cNvCxnSpPr>
          <p:nvPr/>
        </p:nvCxnSpPr>
        <p:spPr>
          <a:xfrm flipH="1">
            <a:off x="1524000" y="4849076"/>
            <a:ext cx="38135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549E33B-DCFF-3A24-B289-C75699DFE41D}"/>
              </a:ext>
            </a:extLst>
          </p:cNvPr>
          <p:cNvCxnSpPr>
            <a:cxnSpLocks/>
          </p:cNvCxnSpPr>
          <p:nvPr/>
        </p:nvCxnSpPr>
        <p:spPr>
          <a:xfrm flipV="1">
            <a:off x="4071612" y="4187512"/>
            <a:ext cx="612148" cy="927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4A77187-41A0-1B44-AFC5-6D041B01E47F}"/>
              </a:ext>
            </a:extLst>
          </p:cNvPr>
          <p:cNvCxnSpPr>
            <a:cxnSpLocks/>
          </p:cNvCxnSpPr>
          <p:nvPr/>
        </p:nvCxnSpPr>
        <p:spPr>
          <a:xfrm flipV="1">
            <a:off x="4089096" y="4824323"/>
            <a:ext cx="612148" cy="927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D55BB2B-CB01-EECA-AAE5-7DFC6A8F22C4}"/>
              </a:ext>
            </a:extLst>
          </p:cNvPr>
          <p:cNvCxnSpPr>
            <a:cxnSpLocks/>
          </p:cNvCxnSpPr>
          <p:nvPr/>
        </p:nvCxnSpPr>
        <p:spPr>
          <a:xfrm flipV="1">
            <a:off x="4071612" y="5395850"/>
            <a:ext cx="612148" cy="9270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93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F715-7CDE-ACE8-6068-1B9C3CAE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DD81-2CA9-FE7D-BE59-00232F5B2E79}"/>
              </a:ext>
            </a:extLst>
          </p:cNvPr>
          <p:cNvSpPr txBox="1">
            <a:spLocks/>
          </p:cNvSpPr>
          <p:nvPr/>
        </p:nvSpPr>
        <p:spPr>
          <a:xfrm>
            <a:off x="518651" y="796412"/>
            <a:ext cx="11250561" cy="48276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(LEVEL 0):</a:t>
            </a:r>
          </a:p>
          <a:p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IN" sz="1800" b="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Register,list</a:t>
            </a:r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fish,</a:t>
            </a:r>
          </a:p>
          <a:p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Browse &amp; order fishes</a:t>
            </a: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IN" sz="1800" b="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Login,Manage</a:t>
            </a:r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users,process</a:t>
            </a:r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orders,</a:t>
            </a:r>
          </a:p>
          <a:p>
            <a:r>
              <a:rPr lang="en-IN" sz="1800" b="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Manage delivery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CB9ED-5BFD-3A05-7A65-39A2C94DF424}"/>
              </a:ext>
            </a:extLst>
          </p:cNvPr>
          <p:cNvSpPr txBox="1">
            <a:spLocks/>
          </p:cNvSpPr>
          <p:nvPr/>
        </p:nvSpPr>
        <p:spPr>
          <a:xfrm>
            <a:off x="518651" y="-124783"/>
            <a:ext cx="9601200" cy="28974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896A6-B554-2BE2-D7A8-4E4A01D1465D}"/>
              </a:ext>
            </a:extLst>
          </p:cNvPr>
          <p:cNvSpPr/>
          <p:nvPr/>
        </p:nvSpPr>
        <p:spPr>
          <a:xfrm>
            <a:off x="636640" y="1789473"/>
            <a:ext cx="2391696" cy="816076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IN" sz="240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ACCF0-77A8-2F5C-F066-3D7C37B2366F}"/>
              </a:ext>
            </a:extLst>
          </p:cNvPr>
          <p:cNvSpPr/>
          <p:nvPr/>
        </p:nvSpPr>
        <p:spPr>
          <a:xfrm>
            <a:off x="764458" y="3966089"/>
            <a:ext cx="2202427" cy="786580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</a:rPr>
              <a:t>Admin</a:t>
            </a:r>
            <a:endParaRPr lang="en-IN" sz="240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6FF016-F89A-DE43-E70A-0462B12265AA}"/>
              </a:ext>
            </a:extLst>
          </p:cNvPr>
          <p:cNvSpPr/>
          <p:nvPr/>
        </p:nvSpPr>
        <p:spPr>
          <a:xfrm>
            <a:off x="5191432" y="2435942"/>
            <a:ext cx="3097162" cy="151416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SeaConnect</a:t>
            </a:r>
            <a:endParaRPr lang="en-IN" sz="240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74F5B6A5-4136-C9A4-EBB1-9F5F5935F817}"/>
              </a:ext>
            </a:extLst>
          </p:cNvPr>
          <p:cNvSpPr/>
          <p:nvPr/>
        </p:nvSpPr>
        <p:spPr>
          <a:xfrm>
            <a:off x="9497961" y="2145891"/>
            <a:ext cx="1949244" cy="1514168"/>
          </a:xfrm>
          <a:prstGeom prst="flowChartMagneticDisk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BD1D68-C0BB-950D-6C23-52939D67868E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070123" y="2197511"/>
            <a:ext cx="2121309" cy="99551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C120D7-4FB5-3ADD-8932-FF91BDD67226}"/>
              </a:ext>
            </a:extLst>
          </p:cNvPr>
          <p:cNvCxnSpPr>
            <a:cxnSpLocks/>
          </p:cNvCxnSpPr>
          <p:nvPr/>
        </p:nvCxnSpPr>
        <p:spPr>
          <a:xfrm flipV="1">
            <a:off x="2995152" y="3526745"/>
            <a:ext cx="2196280" cy="8572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205279-2DB1-C1D1-8C3A-EAB58A110D7F}"/>
              </a:ext>
            </a:extLst>
          </p:cNvPr>
          <p:cNvCxnSpPr>
            <a:stCxn id="6" idx="6"/>
          </p:cNvCxnSpPr>
          <p:nvPr/>
        </p:nvCxnSpPr>
        <p:spPr>
          <a:xfrm>
            <a:off x="8288594" y="3193026"/>
            <a:ext cx="120936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71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A233-2D5A-62EA-004C-98BFD3E4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4FE5E4-9CDD-D5EF-0611-EEC3423BE1BD}"/>
              </a:ext>
            </a:extLst>
          </p:cNvPr>
          <p:cNvSpPr txBox="1"/>
          <p:nvPr/>
        </p:nvSpPr>
        <p:spPr>
          <a:xfrm>
            <a:off x="363794" y="393290"/>
            <a:ext cx="1062441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DFD LEVEL 1 (Admin):</a:t>
            </a:r>
          </a:p>
          <a:p>
            <a:endParaRPr lang="en-IN" sz="2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5790C-DE16-1B81-CBFB-3DF382E4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06" y="1278194"/>
            <a:ext cx="8681884" cy="49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0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B5E7-0D18-275E-12FD-EA7839E4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562191-1449-5165-AC29-8249A24907DD}"/>
              </a:ext>
            </a:extLst>
          </p:cNvPr>
          <p:cNvSpPr txBox="1"/>
          <p:nvPr/>
        </p:nvSpPr>
        <p:spPr>
          <a:xfrm>
            <a:off x="363794" y="393290"/>
            <a:ext cx="1062441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DFD LEVEL 1 (User):</a:t>
            </a:r>
          </a:p>
          <a:p>
            <a:endParaRPr lang="en-IN" sz="2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27FDC-D7FF-E19A-9F9E-C0E47E48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89" y="1130710"/>
            <a:ext cx="9572360" cy="48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4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1A76-A35A-92A7-F28C-8AEFD03A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6528-14F0-3B10-6213-1F6964FF351F}"/>
              </a:ext>
            </a:extLst>
          </p:cNvPr>
          <p:cNvSpPr txBox="1">
            <a:spLocks/>
          </p:cNvSpPr>
          <p:nvPr/>
        </p:nvSpPr>
        <p:spPr>
          <a:xfrm>
            <a:off x="304800" y="275304"/>
            <a:ext cx="12046973" cy="61549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                       DATABASE DESIGN:</a:t>
            </a:r>
          </a:p>
          <a:p>
            <a:endParaRPr lang="en-US" sz="1600" dirty="0">
              <a:solidFill>
                <a:schemeClr val="tx2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users Collection:</a:t>
            </a:r>
            <a:endParaRPr lang="en-IN" sz="20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F34D4-AAF8-0766-E385-BA99AB478677}"/>
              </a:ext>
            </a:extLst>
          </p:cNvPr>
          <p:cNvSpPr txBox="1">
            <a:spLocks/>
          </p:cNvSpPr>
          <p:nvPr/>
        </p:nvSpPr>
        <p:spPr>
          <a:xfrm>
            <a:off x="452284" y="275304"/>
            <a:ext cx="10690122" cy="451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94331B-FEAA-D5B4-B75F-312D6BBC9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90926"/>
              </p:ext>
            </p:extLst>
          </p:nvPr>
        </p:nvGraphicFramePr>
        <p:xfrm>
          <a:off x="723014" y="1574542"/>
          <a:ext cx="10566876" cy="416749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22292">
                  <a:extLst>
                    <a:ext uri="{9D8B030D-6E8A-4147-A177-3AD203B41FA5}">
                      <a16:colId xmlns:a16="http://schemas.microsoft.com/office/drawing/2014/main" val="530522543"/>
                    </a:ext>
                  </a:extLst>
                </a:gridCol>
                <a:gridCol w="3522292">
                  <a:extLst>
                    <a:ext uri="{9D8B030D-6E8A-4147-A177-3AD203B41FA5}">
                      <a16:colId xmlns:a16="http://schemas.microsoft.com/office/drawing/2014/main" val="784302002"/>
                    </a:ext>
                  </a:extLst>
                </a:gridCol>
                <a:gridCol w="3522292">
                  <a:extLst>
                    <a:ext uri="{9D8B030D-6E8A-4147-A177-3AD203B41FA5}">
                      <a16:colId xmlns:a16="http://schemas.microsoft.com/office/drawing/2014/main" val="2209078639"/>
                    </a:ext>
                  </a:extLst>
                </a:gridCol>
              </a:tblGrid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IN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37455275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(Primary Key)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51466649"/>
                  </a:ext>
                </a:extLst>
              </a:tr>
              <a:tr h="6041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name of the fisherman or buyer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723607449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email for login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97938430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78043823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number for delivery/alerts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80600971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'Fisherman', 'Buyer'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05833149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upi_id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address for transfers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27197262"/>
                  </a:ext>
                </a:extLst>
              </a:tr>
              <a:tr h="4454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'Pending', 'Verified', or 'Suspended'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1833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1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9BB2F-C3EB-7CF2-6F12-69B6FEF1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A40E-3BF3-D737-B98C-A24ACABF65D1}"/>
              </a:ext>
            </a:extLst>
          </p:cNvPr>
          <p:cNvSpPr txBox="1">
            <a:spLocks/>
          </p:cNvSpPr>
          <p:nvPr/>
        </p:nvSpPr>
        <p:spPr>
          <a:xfrm>
            <a:off x="304800" y="275304"/>
            <a:ext cx="12046973" cy="61549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fishListing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Collection:</a:t>
            </a:r>
            <a:endParaRPr lang="en-IN" sz="20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0049-4A86-71BE-5CE5-1BF9650A1398}"/>
              </a:ext>
            </a:extLst>
          </p:cNvPr>
          <p:cNvSpPr txBox="1">
            <a:spLocks/>
          </p:cNvSpPr>
          <p:nvPr/>
        </p:nvSpPr>
        <p:spPr>
          <a:xfrm>
            <a:off x="452284" y="275304"/>
            <a:ext cx="10690122" cy="451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B51F77-2F54-ED4B-0FA8-7DF2ED7B0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41064"/>
              </p:ext>
            </p:extLst>
          </p:nvPr>
        </p:nvGraphicFramePr>
        <p:xfrm>
          <a:off x="2032000" y="945808"/>
          <a:ext cx="8127999" cy="4886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447606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210218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82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128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032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fish (Seer, Prawns, Mathi…)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887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users._id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409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 in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64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Price_kg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per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15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Price_tot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Price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"Pending" / "Verified" / "Rejected"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42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path or URL of the fish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3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 post timestamp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337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 location (city/area)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802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44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45B8-858A-B8BC-9C6B-17B6C19F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E3EB-87A8-6F98-C6C7-55836FCAC032}"/>
              </a:ext>
            </a:extLst>
          </p:cNvPr>
          <p:cNvSpPr txBox="1">
            <a:spLocks/>
          </p:cNvSpPr>
          <p:nvPr/>
        </p:nvSpPr>
        <p:spPr>
          <a:xfrm>
            <a:off x="304800" y="275304"/>
            <a:ext cx="12046973" cy="61549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order Collection:</a:t>
            </a:r>
            <a:endParaRPr lang="en-IN" sz="20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D371B-C530-C8A7-3A3D-4BB1D8209CC0}"/>
              </a:ext>
            </a:extLst>
          </p:cNvPr>
          <p:cNvSpPr txBox="1">
            <a:spLocks/>
          </p:cNvSpPr>
          <p:nvPr/>
        </p:nvSpPr>
        <p:spPr>
          <a:xfrm>
            <a:off x="452284" y="275304"/>
            <a:ext cx="10690122" cy="451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AE8EE1-3694-7AD3-5A15-79C8B2BA8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06357"/>
              </p:ext>
            </p:extLst>
          </p:nvPr>
        </p:nvGraphicFramePr>
        <p:xfrm>
          <a:off x="2032000" y="994968"/>
          <a:ext cx="8127999" cy="463891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35410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81586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72229"/>
                    </a:ext>
                  </a:extLst>
                </a:gridCol>
              </a:tblGrid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514575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702374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buyerId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users._id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791724"/>
                  </a:ext>
                </a:extLst>
              </a:tr>
              <a:tr h="6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fishListings._id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861506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 quantity (kg)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27217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74040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Buyer delivery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32537"/>
                  </a:ext>
                </a:extLst>
              </a:tr>
              <a:tr h="6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"Pending" / "Delivered" / "Cancelled"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94640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"Paid" / "Pending"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190978"/>
                  </a:ext>
                </a:extLst>
              </a:tr>
              <a:tr h="4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timestamp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445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22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8E8D-E21E-DA00-DD64-D59B6726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69A8-B527-905A-166A-900AF62EED88}"/>
              </a:ext>
            </a:extLst>
          </p:cNvPr>
          <p:cNvSpPr txBox="1">
            <a:spLocks/>
          </p:cNvSpPr>
          <p:nvPr/>
        </p:nvSpPr>
        <p:spPr>
          <a:xfrm>
            <a:off x="304800" y="275304"/>
            <a:ext cx="12046973" cy="61549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fishAuctions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Collection:</a:t>
            </a:r>
            <a:endParaRPr lang="en-IN" sz="20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B8721-8C34-F34C-1C4C-77C339FDF0E5}"/>
              </a:ext>
            </a:extLst>
          </p:cNvPr>
          <p:cNvSpPr txBox="1">
            <a:spLocks/>
          </p:cNvSpPr>
          <p:nvPr/>
        </p:nvSpPr>
        <p:spPr>
          <a:xfrm>
            <a:off x="452284" y="275304"/>
            <a:ext cx="10690122" cy="451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BEB4A8-6024-1512-28EF-89CA3E47B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02450"/>
              </p:ext>
            </p:extLst>
          </p:nvPr>
        </p:nvGraphicFramePr>
        <p:xfrm>
          <a:off x="1956620" y="719666"/>
          <a:ext cx="8839200" cy="57313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15997669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904544206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903447238"/>
                    </a:ext>
                  </a:extLst>
                </a:gridCol>
              </a:tblGrid>
              <a:tr h="35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115722"/>
                  </a:ext>
                </a:extLst>
              </a:tr>
              <a:tr h="35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auction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213784"/>
                  </a:ext>
                </a:extLst>
              </a:tr>
              <a:tr h="61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fishListings._id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973884"/>
                  </a:ext>
                </a:extLst>
              </a:tr>
              <a:tr h="61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users._id (seller)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847325"/>
                  </a:ext>
                </a:extLst>
              </a:tr>
              <a:tr h="35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Auction start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633788"/>
                  </a:ext>
                </a:extLst>
              </a:tr>
              <a:tr h="35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Auction end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4790"/>
                  </a:ext>
                </a:extLst>
              </a:tr>
              <a:tr h="47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startingPrice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bid price per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272255"/>
                  </a:ext>
                </a:extLst>
              </a:tr>
              <a:tr h="35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currentBid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bid currently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617796"/>
                  </a:ext>
                </a:extLst>
              </a:tr>
              <a:tr h="680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currentBidder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users._id (highest bidder)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278522"/>
                  </a:ext>
                </a:extLst>
              </a:tr>
              <a:tr h="61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"Active" / "Completed" / "Cancelled"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514139"/>
                  </a:ext>
                </a:extLst>
              </a:tr>
              <a:tr h="877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of all bids: [ {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bidderId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amount, timestamp } 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81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5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B369A-4E3B-F270-7E49-E548AEA9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23F350E-7F77-124F-57BB-E61863E15F82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2027308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WORK: </a:t>
            </a:r>
          </a:p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84765F-E0B3-D3E2-19A6-DB54677C878D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373B2-856A-C177-CA12-BD151C49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4" y="993058"/>
            <a:ext cx="7853591" cy="54372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233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C5CC-5B29-D9DF-2E28-0F2A68F7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A6904C9-6583-72F3-71C9-13B47B2E787D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B124ECF-5893-2BE1-C1F0-15E5DC87026D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A18F35-CDC5-1F10-AC6A-47A95BB0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1248698"/>
            <a:ext cx="9601200" cy="51121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338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6C63-96F0-D0A5-F991-FB44F722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7BC96AB-7B89-B49F-E59F-8ED732820769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C92BE60-F778-372C-091C-DEE209F5F9D0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8A774-977A-5046-CE63-DD2592F3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06" y="1170038"/>
            <a:ext cx="8880988" cy="50341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851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22ED-C6F6-BFFC-5A9A-1CB5480D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D49714C-2B9B-765B-54A6-BBEE7F9A707B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Fish List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AD18212-6175-AC07-122F-138F30D17DB3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ADF2A-5AF9-7B84-F3A2-615EAD8F3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75" y="865238"/>
            <a:ext cx="9903249" cy="5565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702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3DCD-C542-A77F-11A4-FC392067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50AD92A-48DC-4E2D-0EBF-319B0875EC24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Listing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A1CAE06-1FB5-4948-B71F-4C6749DDEE15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C55E4-362E-00BD-D83B-B6BAC7120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80" y="858644"/>
            <a:ext cx="9199757" cy="53079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3732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69AD-9D2A-0AE7-B52A-07604DC2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4699643-CB8C-A06E-B471-C056033420F6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Fish Management(Admin)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3E60E6A-9EEE-F510-1E01-CA4506649F01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AC99D-39BE-AB05-CA26-93DBB1D26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8" y="963560"/>
            <a:ext cx="10736198" cy="5397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21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81D6-14E4-10F9-C042-B8C34218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6C0F1DC-EE44-7E10-E1F3-6165BE5C07F2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Fish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55F1FAB-E985-DF8E-8717-8595AB413DB5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DD90A-CFAB-C637-461C-B629EE6D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1" y="914400"/>
            <a:ext cx="10470039" cy="51717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880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67E9-CA59-57CF-7E5E-0B2DD839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3EA5B9C-51E0-C1A8-80DE-865F06E7ACA8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Order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45CD05E-CD3B-DE39-4B0A-99BFF88BB291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B4297-3CDF-0B3D-65C6-33683658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95" y="920463"/>
            <a:ext cx="3204857" cy="50170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0E8D19-E822-62DA-2FC2-D781469F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571" y="953654"/>
            <a:ext cx="3204857" cy="49506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213D5A-AB68-F3D2-D128-940DBBAC5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039" y="953655"/>
            <a:ext cx="3191486" cy="4983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827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4725-9580-3783-92B2-1043B987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6828279-A2DE-DD21-A147-CD653FF73556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Orders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4D16196-B291-57A6-4684-F99A4273B399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E2614-E6A6-15DD-2ADA-F35562A8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88" y="959005"/>
            <a:ext cx="9601200" cy="52187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349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EB89-F709-F0C2-3077-6DB692AA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F6C6813-6AB5-1C7E-9AB4-60B3A7FD3FF7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Auction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B7B3F9B-67D9-FCDB-D67B-A2777BD192E1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40A8A-7DC3-C9A5-9E30-CEA6324A7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8" y="914400"/>
            <a:ext cx="10087897" cy="52209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3393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0660-4C39-7D00-FA1B-ADB54427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20A0F91-2ADA-43A3-83AE-9E0CA6810EB0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Auction Management (Admin)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B678CF-88C9-529D-692F-AD46A581B47B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AA8CE-D840-3E85-E89C-8E3D5268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30" y="712837"/>
            <a:ext cx="9326404" cy="5509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940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FE6F-BC18-F8C2-D7B7-78F8543F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9FF40F0-849C-B3DC-5C80-16A0BBE49E9B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Auction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82917BB-DA7D-942F-D7F4-FD6363D19F3F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4365D1-EF97-E008-5FD9-85BC645C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034" y="1427356"/>
            <a:ext cx="8509760" cy="4861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02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E693-4FF1-C896-789D-0CDCB6A0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A886E7F-75E3-792E-B2E6-3FED1856797E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Auction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03FFE8E-130F-A408-3B4A-2B5F4E9CD1F2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9B6CC-2922-1203-6F1D-74571B801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95" y="936703"/>
            <a:ext cx="9081463" cy="52968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722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46A7-FB0A-0FB6-9ADD-3A60B239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7130289-0492-2A52-4001-D70045BACFC9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Bidding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2A2DB44-E289-9A6B-2A13-F378AF23B1A6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8230A5-6DA3-3828-CA22-901157EE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483" y="712838"/>
            <a:ext cx="5097525" cy="5717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554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CD66D-C432-747C-7AE2-956BD1D2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5F94489-3EBE-9316-0F93-F447CF564319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Won Auction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DD2BC89-8436-D5FF-1DE9-1222D25FEA8C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BC0FE-67AF-DAC5-479C-2CBD1FC2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04" y="903248"/>
            <a:ext cx="9726201" cy="5430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1840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558E-8CCF-7AA2-7AF5-79731EC2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EE3ED92-6E1B-C520-D25F-8F9077725EDA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Wallet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CB76DF-B64F-B88B-7C42-1593BF4D10B6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B056C-E407-7228-ADC8-A9909D2C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94" y="841139"/>
            <a:ext cx="10391557" cy="55039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674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2AF0-E2E4-519D-6BA0-6449613F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6E2D41C-42A2-EF72-BD09-EECFE2F3D2A2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Wallet (Add Money)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E4D9D47-1065-3831-42AA-4D999DAAB449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C38442-39BD-0579-C2B3-DA007E29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06" y="1037063"/>
            <a:ext cx="4279731" cy="5274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DC139E-8213-6F49-336E-BA41479C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229" y="1037063"/>
            <a:ext cx="4690361" cy="5274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52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1A4D0-A4FA-6681-6A37-AB238609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A36AE07-DAB5-5730-0F39-8FCCE865FD76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Page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311B971-1060-7243-1D9A-59D68BF7AAC8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BE72E-28D5-FD4C-D51A-50D814C0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06" y="914400"/>
            <a:ext cx="9821887" cy="55158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383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EC97-E0B3-6F0C-89BF-6511C400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99AF38E-68CF-AAD3-E10F-A025BB6FEC1B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8EF3AD-6B9E-39E2-F5EC-DE2232BE3DFA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91A73-D086-FB56-A327-4EB399D3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94" y="880946"/>
            <a:ext cx="10436162" cy="53217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9334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792F-3E93-727A-9BB6-176FC5DE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27A0DE4-29D5-7E7F-CA2B-B0143773F64D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Page (Admin)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F92B9A0-8EB4-E85B-EEEC-653417CCF66B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94BD9-820B-3766-7674-095C8A0B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44" y="858644"/>
            <a:ext cx="10783229" cy="5408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057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2844-75D9-4E2D-48CA-1A1909D9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DF95D5B-1B42-F3EC-5C63-94AC4823D052}"/>
              </a:ext>
            </a:extLst>
          </p:cNvPr>
          <p:cNvSpPr txBox="1">
            <a:spLocks/>
          </p:cNvSpPr>
          <p:nvPr/>
        </p:nvSpPr>
        <p:spPr>
          <a:xfrm>
            <a:off x="324465" y="285135"/>
            <a:ext cx="11523406" cy="6145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Page (Admin)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800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8FB6325-C9BB-EBFE-04FB-FB8CA7AC519E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F7110-7D33-9E01-D9C6-7210F750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4" y="1103970"/>
            <a:ext cx="10680492" cy="49622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24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AA80-254B-37BC-F92E-C1399232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90CEC534-33D7-EE53-AE95-239F16682091}"/>
              </a:ext>
            </a:extLst>
          </p:cNvPr>
          <p:cNvSpPr txBox="1">
            <a:spLocks/>
          </p:cNvSpPr>
          <p:nvPr/>
        </p:nvSpPr>
        <p:spPr>
          <a:xfrm>
            <a:off x="1541207" y="2703871"/>
            <a:ext cx="10810566" cy="3726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            </a:t>
            </a:r>
            <a:r>
              <a:rPr lang="en-US" sz="4400" dirty="0">
                <a:solidFill>
                  <a:schemeClr val="tx2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T</a:t>
            </a:r>
            <a:r>
              <a:rPr lang="en-IN" sz="4400" dirty="0">
                <a:solidFill>
                  <a:schemeClr val="tx2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HANK YOU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9C9A05-45BF-7EE2-C8DD-FE291D105132}"/>
              </a:ext>
            </a:extLst>
          </p:cNvPr>
          <p:cNvSpPr txBox="1">
            <a:spLocks/>
          </p:cNvSpPr>
          <p:nvPr/>
        </p:nvSpPr>
        <p:spPr>
          <a:xfrm>
            <a:off x="1541206" y="1804220"/>
            <a:ext cx="9601200" cy="29840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B0F0"/>
              </a:buClr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105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2200</TotalTime>
  <Words>870</Words>
  <Application>Microsoft Office PowerPoint</Application>
  <PresentationFormat>Widescreen</PresentationFormat>
  <Paragraphs>329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Algerian</vt:lpstr>
      <vt:lpstr>Arial</vt:lpstr>
      <vt:lpstr>Times New Roman</vt:lpstr>
      <vt:lpstr>Times New Roman Bold</vt:lpstr>
      <vt:lpstr>Wingdings</vt:lpstr>
      <vt:lpstr>Diamond Grid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Mariappan V</dc:creator>
  <cp:lastModifiedBy>Mariappan V</cp:lastModifiedBy>
  <cp:revision>35</cp:revision>
  <dcterms:created xsi:type="dcterms:W3CDTF">2025-07-30T13:53:33Z</dcterms:created>
  <dcterms:modified xsi:type="dcterms:W3CDTF">2026-03-23T14:50:28Z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